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96"/>
    <p:restoredTop sz="94658"/>
  </p:normalViewPr>
  <p:slideViewPr>
    <p:cSldViewPr snapToGrid="0">
      <p:cViewPr>
        <p:scale>
          <a:sx n="79" d="100"/>
          <a:sy n="79" d="100"/>
        </p:scale>
        <p:origin x="1864" y="1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A98BF8-4AD0-9448-8E1A-44C5135BFD8A}" type="datetimeFigureOut">
              <a:rPr lang="en-US" smtClean="0"/>
              <a:t>7/31/26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A2AF43-D5D4-0A4E-BB0F-531920D47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807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2AF43-D5D4-0A4E-BB0F-531920D4757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193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32B3F-7B11-2261-6B1D-3B3B2F0357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9318E7-5C84-EFA7-D35A-9B46924D62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2C5F7-5310-BFD1-34EE-D7A9BC4E9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251C3-B2FF-2D42-A0FA-2E41C6E3CD95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E14DD-4523-9DD8-BCAF-BCD81EDD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CF3F3-4071-0E66-7734-2335DE8E5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3EA58-857B-3B4A-8A46-468C84B30EF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436C16-990D-6B48-7372-1971186A7752}"/>
              </a:ext>
            </a:extLst>
          </p:cNvPr>
          <p:cNvSpPr/>
          <p:nvPr userDrawn="1"/>
        </p:nvSpPr>
        <p:spPr>
          <a:xfrm>
            <a:off x="-3685579" y="-1980683"/>
            <a:ext cx="21153772" cy="107778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38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8535C-669A-65DD-632C-1AF421F38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6542F-38A5-FB67-80D8-7BDB3E866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F415E-C3D6-227F-6FD8-CB5F31724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251C3-B2FF-2D42-A0FA-2E41C6E3CD95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7A26C-B88C-CF3A-C068-9A0B5012C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DBB2D-1E2C-C6CD-432F-AFF38DCDA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3EA58-857B-3B4A-8A46-468C84B30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60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5F9C8-8FC7-C68E-1112-77075F8EF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7B1FD-E709-5039-80F7-0B276470A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38772-1545-1A02-88FD-4C262F2DC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251C3-B2FF-2D42-A0FA-2E41C6E3CD95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211B2-9DC8-26C0-ED75-44D9519B3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956E2-055F-67A1-34FF-7783B9D6C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3EA58-857B-3B4A-8A46-468C84B30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805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7DD0D-1A0F-30C1-BAE8-C8CB95F90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6AA0A-C8BC-2811-F477-B661865D23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732DD-E57F-A192-F8A7-73F630B15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BC6A2E-AE36-0A03-4BAB-9C0A53EE5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251C3-B2FF-2D42-A0FA-2E41C6E3CD95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6D5848-A414-CFE3-85AC-42E2BF717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1CEDE6-2A3E-BF44-FDC4-203305DED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3EA58-857B-3B4A-8A46-468C84B30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027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B434A-ABF8-4475-0D6C-C1BA9F766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E8BFF-B477-534F-CA1A-35C4C7151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6474AA-37EC-39C7-06AC-1ACD21A00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8B1100-8B0E-958A-ED0D-4D45BE67A1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EE6087-446D-3BAB-CF17-596EAC0E8A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7ABE2F-5E98-23D2-95C1-517C54816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251C3-B2FF-2D42-A0FA-2E41C6E3CD95}" type="datetimeFigureOut">
              <a:rPr lang="en-US" smtClean="0"/>
              <a:t>7/31/26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13F328-65D8-4AEF-226D-F8AFBB36E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AC67E8-260E-8257-9CD9-92FD84313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3EA58-857B-3B4A-8A46-468C84B30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666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C5863-CB28-5352-D053-CB936E26A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8FBAAD-D110-AF31-47E8-DE7C26EF9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251C3-B2FF-2D42-A0FA-2E41C6E3CD95}" type="datetimeFigureOut">
              <a:rPr lang="en-US" smtClean="0"/>
              <a:t>7/31/26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655FBB-29CD-98CD-00F5-4711E993C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7BA65A-89F7-E3F2-C21B-BDDE361BD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3EA58-857B-3B4A-8A46-468C84B30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966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EBE8AC-FF03-65A9-9EA2-A4608BB14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251C3-B2FF-2D42-A0FA-2E41C6E3CD95}" type="datetimeFigureOut">
              <a:rPr lang="en-US" smtClean="0"/>
              <a:t>7/31/26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73B4D7-166A-4570-CD58-0A9923AAB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07500-C01D-EB24-FA05-7CC8C15DC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3EA58-857B-3B4A-8A46-468C84B30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071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AC49C-482E-B403-B8BA-BCB50FBC4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A3F44-C7FE-7F66-8487-D5CA27433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4607CE-E8EB-F4BD-A8D7-B526523AA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309C0B-F308-CF7B-A55C-8D3C79350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251C3-B2FF-2D42-A0FA-2E41C6E3CD95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562B4-ACE0-DD1B-2427-F0208B1A9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6BE957-8A19-7E6D-541F-445A8E86D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3EA58-857B-3B4A-8A46-468C84B30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02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3CC04-440C-FCFB-30E4-0CB5DA8FC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F2AE9D-2D99-60C0-D80C-03FE7708CF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C8CDB-A4FF-8AFF-EE75-E8EA15894C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73F42-0DA2-8AEF-AE53-8DEA07932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251C3-B2FF-2D42-A0FA-2E41C6E3CD95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95C985-C232-1685-B7CD-7F4E39DDB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8348F6-821C-4CEE-2925-426D99806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3EA58-857B-3B4A-8A46-468C84B30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393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11451-1E53-DBCE-5510-3375B0FDF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84C801-B387-ECA8-3ED8-3273E19C5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F2D11-B7F3-596C-D375-8635D91D9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251C3-B2FF-2D42-A0FA-2E41C6E3CD95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A32D9-D860-277C-75AB-91C49B94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FA28F-7360-834E-0D07-D825D2A71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3EA58-857B-3B4A-8A46-468C84B30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168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82DFB1-907A-40B7-11A9-21295C4CF4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C9B642-F3E0-4361-D3F4-2BAF63BBD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2D20E-A65B-3B9B-A55D-EA6256F61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251C3-B2FF-2D42-A0FA-2E41C6E3CD95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2DDC4-55EF-48FA-FAE2-37239CA2A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CB1F7-4EF1-7803-D9A6-DABCB474C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3EA58-857B-3B4A-8A46-468C84B30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124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545C48-517D-91B0-FD7A-D683A23AD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2C93DE-5CA7-532E-88BA-6D4C0F586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7FCFD-5623-424D-3CAD-68EDCCBBFA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5251C3-B2FF-2D42-A0FA-2E41C6E3CD95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94F5A-884E-8934-E408-0B7C7FFA2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7C11F-EB66-BEC2-95FB-E7D3B08C6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3EA58-857B-3B4A-8A46-468C84B30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671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0.png"/><Relationship Id="rId18" Type="http://schemas.openxmlformats.org/officeDocument/2006/relationships/image" Target="../media/image14.png"/><Relationship Id="rId26" Type="http://schemas.openxmlformats.org/officeDocument/2006/relationships/image" Target="../media/image22.png"/><Relationship Id="rId39" Type="http://schemas.openxmlformats.org/officeDocument/2006/relationships/image" Target="../media/image30.png"/><Relationship Id="rId21" Type="http://schemas.openxmlformats.org/officeDocument/2006/relationships/image" Target="../media/image17.png"/><Relationship Id="rId34" Type="http://schemas.openxmlformats.org/officeDocument/2006/relationships/image" Target="../media/image26.png"/><Relationship Id="rId42" Type="http://schemas.openxmlformats.org/officeDocument/2006/relationships/image" Target="../media/image33.svg"/><Relationship Id="rId47" Type="http://schemas.openxmlformats.org/officeDocument/2006/relationships/image" Target="../media/image38.png"/><Relationship Id="rId50" Type="http://schemas.openxmlformats.org/officeDocument/2006/relationships/image" Target="../media/image4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0.png"/><Relationship Id="rId29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32" Type="http://schemas.openxmlformats.org/officeDocument/2006/relationships/image" Target="../media/image24.png"/><Relationship Id="rId37" Type="http://schemas.openxmlformats.org/officeDocument/2006/relationships/image" Target="../media/image28.png"/><Relationship Id="rId40" Type="http://schemas.openxmlformats.org/officeDocument/2006/relationships/image" Target="../media/image31.png"/><Relationship Id="rId45" Type="http://schemas.openxmlformats.org/officeDocument/2006/relationships/image" Target="../media/image36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28" Type="http://schemas.openxmlformats.org/officeDocument/2006/relationships/image" Target="../media/image170.png"/><Relationship Id="rId36" Type="http://schemas.openxmlformats.org/officeDocument/2006/relationships/image" Target="../media/image27.png"/><Relationship Id="rId49" Type="http://schemas.openxmlformats.org/officeDocument/2006/relationships/image" Target="../media/image40.png"/><Relationship Id="rId10" Type="http://schemas.openxmlformats.org/officeDocument/2006/relationships/image" Target="../media/image7.png"/><Relationship Id="rId19" Type="http://schemas.openxmlformats.org/officeDocument/2006/relationships/image" Target="../media/image15.png"/><Relationship Id="rId31" Type="http://schemas.openxmlformats.org/officeDocument/2006/relationships/image" Target="../media/image23.png"/><Relationship Id="rId44" Type="http://schemas.openxmlformats.org/officeDocument/2006/relationships/image" Target="../media/image35.sv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18.png"/><Relationship Id="rId27" Type="http://schemas.openxmlformats.org/officeDocument/2006/relationships/image" Target="../media/image19.png"/><Relationship Id="rId30" Type="http://schemas.openxmlformats.org/officeDocument/2006/relationships/image" Target="../media/image21.png"/><Relationship Id="rId35" Type="http://schemas.openxmlformats.org/officeDocument/2006/relationships/image" Target="../media/image80.png"/><Relationship Id="rId43" Type="http://schemas.openxmlformats.org/officeDocument/2006/relationships/image" Target="../media/image34.svg"/><Relationship Id="rId48" Type="http://schemas.openxmlformats.org/officeDocument/2006/relationships/image" Target="../media/image39.png"/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12" Type="http://schemas.openxmlformats.org/officeDocument/2006/relationships/image" Target="../media/image9.png"/><Relationship Id="rId17" Type="http://schemas.openxmlformats.org/officeDocument/2006/relationships/image" Target="../media/image13.png"/><Relationship Id="rId33" Type="http://schemas.openxmlformats.org/officeDocument/2006/relationships/image" Target="../media/image25.png"/><Relationship Id="rId38" Type="http://schemas.openxmlformats.org/officeDocument/2006/relationships/image" Target="../media/image29.png"/><Relationship Id="rId46" Type="http://schemas.openxmlformats.org/officeDocument/2006/relationships/image" Target="../media/image37.png"/><Relationship Id="rId20" Type="http://schemas.openxmlformats.org/officeDocument/2006/relationships/image" Target="../media/image16.png"/><Relationship Id="rId41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7" name="Group 596">
            <a:extLst>
              <a:ext uri="{FF2B5EF4-FFF2-40B4-BE49-F238E27FC236}">
                <a16:creationId xmlns:a16="http://schemas.microsoft.com/office/drawing/2014/main" id="{69DA8673-1FF9-C2CC-B339-AAF46AE7A039}"/>
              </a:ext>
            </a:extLst>
          </p:cNvPr>
          <p:cNvGrpSpPr/>
          <p:nvPr/>
        </p:nvGrpSpPr>
        <p:grpSpPr>
          <a:xfrm>
            <a:off x="-2274701" y="-629003"/>
            <a:ext cx="16607376" cy="6428967"/>
            <a:chOff x="-2274701" y="-629003"/>
            <a:chExt cx="16607376" cy="6428967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D6B1B66-7A9A-BDD5-DDF9-9CBE03B30B2A}"/>
                </a:ext>
              </a:extLst>
            </p:cNvPr>
            <p:cNvSpPr/>
            <p:nvPr/>
          </p:nvSpPr>
          <p:spPr>
            <a:xfrm>
              <a:off x="4098162" y="-119041"/>
              <a:ext cx="2762493" cy="380295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1" name="Curved Connector 530">
              <a:extLst>
                <a:ext uri="{FF2B5EF4-FFF2-40B4-BE49-F238E27FC236}">
                  <a16:creationId xmlns:a16="http://schemas.microsoft.com/office/drawing/2014/main" id="{9DABBF36-3392-3040-BC0F-30F5935801B0}"/>
                </a:ext>
              </a:extLst>
            </p:cNvPr>
            <p:cNvCxnSpPr>
              <a:cxnSpLocks/>
            </p:cNvCxnSpPr>
            <p:nvPr/>
          </p:nvCxnSpPr>
          <p:spPr>
            <a:xfrm rot="13920000" flipH="1">
              <a:off x="5634639" y="2035912"/>
              <a:ext cx="840296" cy="803824"/>
            </a:xfrm>
            <a:prstGeom prst="curvedConnector2">
              <a:avLst/>
            </a:prstGeom>
            <a:ln>
              <a:prstDash val="solid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30" name="Rounded Rectangular Callout 529">
              <a:extLst>
                <a:ext uri="{FF2B5EF4-FFF2-40B4-BE49-F238E27FC236}">
                  <a16:creationId xmlns:a16="http://schemas.microsoft.com/office/drawing/2014/main" id="{FA29E6D1-522D-A068-D714-A4FFA847B760}"/>
                </a:ext>
              </a:extLst>
            </p:cNvPr>
            <p:cNvSpPr/>
            <p:nvPr/>
          </p:nvSpPr>
          <p:spPr>
            <a:xfrm>
              <a:off x="4520473" y="-9518"/>
              <a:ext cx="2092960" cy="1311075"/>
            </a:xfrm>
            <a:prstGeom prst="wedgeRoundRectCallout">
              <a:avLst>
                <a:gd name="adj1" fmla="val -31798"/>
                <a:gd name="adj2" fmla="val 67645"/>
                <a:gd name="adj3" fmla="val 16667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Google Shape;6165;p61">
              <a:extLst>
                <a:ext uri="{FF2B5EF4-FFF2-40B4-BE49-F238E27FC236}">
                  <a16:creationId xmlns:a16="http://schemas.microsoft.com/office/drawing/2014/main" id="{FA57FC35-E531-A388-4B63-D0B6DE18BE10}"/>
                </a:ext>
              </a:extLst>
            </p:cNvPr>
            <p:cNvSpPr/>
            <p:nvPr/>
          </p:nvSpPr>
          <p:spPr>
            <a:xfrm>
              <a:off x="-1950325" y="469506"/>
              <a:ext cx="245845" cy="249948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>
                <a:solidFill>
                  <a:schemeClr val="dk1"/>
                </a:solidFill>
              </a:endParaRPr>
            </a:p>
          </p:txBody>
        </p:sp>
        <p:sp>
          <p:nvSpPr>
            <p:cNvPr id="22" name="Google Shape;6166;p61">
              <a:extLst>
                <a:ext uri="{FF2B5EF4-FFF2-40B4-BE49-F238E27FC236}">
                  <a16:creationId xmlns:a16="http://schemas.microsoft.com/office/drawing/2014/main" id="{8D5A3327-3E42-7948-0AEE-F62071DFB4ED}"/>
                </a:ext>
              </a:extLst>
            </p:cNvPr>
            <p:cNvSpPr/>
            <p:nvPr/>
          </p:nvSpPr>
          <p:spPr>
            <a:xfrm>
              <a:off x="-1950325" y="848245"/>
              <a:ext cx="245845" cy="249948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>
                <a:solidFill>
                  <a:schemeClr val="dk1"/>
                </a:solidFill>
              </a:endParaRPr>
            </a:p>
          </p:txBody>
        </p:sp>
        <p:sp>
          <p:nvSpPr>
            <p:cNvPr id="23" name="Google Shape;6167;p61">
              <a:extLst>
                <a:ext uri="{FF2B5EF4-FFF2-40B4-BE49-F238E27FC236}">
                  <a16:creationId xmlns:a16="http://schemas.microsoft.com/office/drawing/2014/main" id="{E2144539-A933-925A-DEE4-66686F4E6EE5}"/>
                </a:ext>
              </a:extLst>
            </p:cNvPr>
            <p:cNvSpPr/>
            <p:nvPr/>
          </p:nvSpPr>
          <p:spPr>
            <a:xfrm>
              <a:off x="-1948975" y="1386203"/>
              <a:ext cx="245845" cy="249948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>
                <a:solidFill>
                  <a:schemeClr val="dk1"/>
                </a:solidFill>
              </a:endParaRPr>
            </a:p>
          </p:txBody>
        </p:sp>
        <p:sp>
          <p:nvSpPr>
            <p:cNvPr id="24" name="Google Shape;6168;p61">
              <a:extLst>
                <a:ext uri="{FF2B5EF4-FFF2-40B4-BE49-F238E27FC236}">
                  <a16:creationId xmlns:a16="http://schemas.microsoft.com/office/drawing/2014/main" id="{655FBCC7-CAF4-13FF-9D5C-E1A6444DBB9A}"/>
                </a:ext>
              </a:extLst>
            </p:cNvPr>
            <p:cNvSpPr/>
            <p:nvPr/>
          </p:nvSpPr>
          <p:spPr>
            <a:xfrm>
              <a:off x="-1213982" y="382793"/>
              <a:ext cx="245845" cy="249947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>
                <a:solidFill>
                  <a:schemeClr val="dk1"/>
                </a:solidFill>
              </a:endParaRPr>
            </a:p>
          </p:txBody>
        </p:sp>
        <p:sp>
          <p:nvSpPr>
            <p:cNvPr id="25" name="Google Shape;6169;p61">
              <a:extLst>
                <a:ext uri="{FF2B5EF4-FFF2-40B4-BE49-F238E27FC236}">
                  <a16:creationId xmlns:a16="http://schemas.microsoft.com/office/drawing/2014/main" id="{276789FB-A170-DA9E-A722-37BD7CE225B6}"/>
                </a:ext>
              </a:extLst>
            </p:cNvPr>
            <p:cNvSpPr/>
            <p:nvPr/>
          </p:nvSpPr>
          <p:spPr>
            <a:xfrm>
              <a:off x="-1214743" y="761513"/>
              <a:ext cx="245845" cy="249947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>
                <a:solidFill>
                  <a:schemeClr val="dk1"/>
                </a:solidFill>
              </a:endParaRPr>
            </a:p>
          </p:txBody>
        </p:sp>
        <p:sp>
          <p:nvSpPr>
            <p:cNvPr id="26" name="Google Shape;6170;p61">
              <a:extLst>
                <a:ext uri="{FF2B5EF4-FFF2-40B4-BE49-F238E27FC236}">
                  <a16:creationId xmlns:a16="http://schemas.microsoft.com/office/drawing/2014/main" id="{AA75846A-0540-8CCE-396F-E05F457F657F}"/>
                </a:ext>
              </a:extLst>
            </p:cNvPr>
            <p:cNvSpPr/>
            <p:nvPr/>
          </p:nvSpPr>
          <p:spPr>
            <a:xfrm>
              <a:off x="-1214658" y="1420404"/>
              <a:ext cx="245845" cy="249947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>
                <a:solidFill>
                  <a:schemeClr val="dk1"/>
                </a:solidFill>
              </a:endParaRPr>
            </a:p>
          </p:txBody>
        </p:sp>
        <p:cxnSp>
          <p:nvCxnSpPr>
            <p:cNvPr id="54" name="Google Shape;6198;p61">
              <a:extLst>
                <a:ext uri="{FF2B5EF4-FFF2-40B4-BE49-F238E27FC236}">
                  <a16:creationId xmlns:a16="http://schemas.microsoft.com/office/drawing/2014/main" id="{CD4FB6CF-0513-8C10-65D4-70D6197092D9}"/>
                </a:ext>
              </a:extLst>
            </p:cNvPr>
            <p:cNvCxnSpPr>
              <a:cxnSpLocks/>
              <a:stCxn id="21" idx="6"/>
              <a:endCxn id="24" idx="2"/>
            </p:cNvCxnSpPr>
            <p:nvPr/>
          </p:nvCxnSpPr>
          <p:spPr>
            <a:xfrm flipV="1">
              <a:off x="-1704480" y="507767"/>
              <a:ext cx="490498" cy="86714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" name="Google Shape;6199;p61">
              <a:extLst>
                <a:ext uri="{FF2B5EF4-FFF2-40B4-BE49-F238E27FC236}">
                  <a16:creationId xmlns:a16="http://schemas.microsoft.com/office/drawing/2014/main" id="{7299215E-5EE8-B5B4-7221-F9BF68C5D8D9}"/>
                </a:ext>
              </a:extLst>
            </p:cNvPr>
            <p:cNvCxnSpPr>
              <a:cxnSpLocks/>
              <a:stCxn id="21" idx="6"/>
              <a:endCxn id="25" idx="2"/>
            </p:cNvCxnSpPr>
            <p:nvPr/>
          </p:nvCxnSpPr>
          <p:spPr>
            <a:xfrm>
              <a:off x="-1704480" y="594481"/>
              <a:ext cx="489737" cy="292006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" name="Google Shape;6200;p61">
              <a:extLst>
                <a:ext uri="{FF2B5EF4-FFF2-40B4-BE49-F238E27FC236}">
                  <a16:creationId xmlns:a16="http://schemas.microsoft.com/office/drawing/2014/main" id="{9789D23C-577F-1115-50EE-8FA6F12A1CEB}"/>
                </a:ext>
              </a:extLst>
            </p:cNvPr>
            <p:cNvCxnSpPr>
              <a:cxnSpLocks/>
              <a:stCxn id="21" idx="6"/>
              <a:endCxn id="26" idx="2"/>
            </p:cNvCxnSpPr>
            <p:nvPr/>
          </p:nvCxnSpPr>
          <p:spPr>
            <a:xfrm>
              <a:off x="-1704480" y="594481"/>
              <a:ext cx="489822" cy="950897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Google Shape;6201;p61">
              <a:extLst>
                <a:ext uri="{FF2B5EF4-FFF2-40B4-BE49-F238E27FC236}">
                  <a16:creationId xmlns:a16="http://schemas.microsoft.com/office/drawing/2014/main" id="{7E9BE662-8034-42BB-D0EB-93E47854FA28}"/>
                </a:ext>
              </a:extLst>
            </p:cNvPr>
            <p:cNvCxnSpPr>
              <a:cxnSpLocks/>
              <a:stCxn id="22" idx="6"/>
              <a:endCxn id="24" idx="2"/>
            </p:cNvCxnSpPr>
            <p:nvPr/>
          </p:nvCxnSpPr>
          <p:spPr>
            <a:xfrm flipV="1">
              <a:off x="-1704480" y="507767"/>
              <a:ext cx="490498" cy="465452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6202;p61">
              <a:extLst>
                <a:ext uri="{FF2B5EF4-FFF2-40B4-BE49-F238E27FC236}">
                  <a16:creationId xmlns:a16="http://schemas.microsoft.com/office/drawing/2014/main" id="{DD1C1C9F-ACBE-9D85-9001-6F74907B29B2}"/>
                </a:ext>
              </a:extLst>
            </p:cNvPr>
            <p:cNvCxnSpPr>
              <a:cxnSpLocks/>
              <a:stCxn id="22" idx="6"/>
              <a:endCxn id="25" idx="2"/>
            </p:cNvCxnSpPr>
            <p:nvPr/>
          </p:nvCxnSpPr>
          <p:spPr>
            <a:xfrm flipV="1">
              <a:off x="-1704480" y="886487"/>
              <a:ext cx="489737" cy="86732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6203;p61">
              <a:extLst>
                <a:ext uri="{FF2B5EF4-FFF2-40B4-BE49-F238E27FC236}">
                  <a16:creationId xmlns:a16="http://schemas.microsoft.com/office/drawing/2014/main" id="{770723B3-CD21-487C-D31C-42B75C7BC267}"/>
                </a:ext>
              </a:extLst>
            </p:cNvPr>
            <p:cNvCxnSpPr>
              <a:cxnSpLocks/>
              <a:stCxn id="22" idx="6"/>
              <a:endCxn id="26" idx="2"/>
            </p:cNvCxnSpPr>
            <p:nvPr/>
          </p:nvCxnSpPr>
          <p:spPr>
            <a:xfrm>
              <a:off x="-1704480" y="973219"/>
              <a:ext cx="489822" cy="572158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" name="Google Shape;6204;p61">
              <a:extLst>
                <a:ext uri="{FF2B5EF4-FFF2-40B4-BE49-F238E27FC236}">
                  <a16:creationId xmlns:a16="http://schemas.microsoft.com/office/drawing/2014/main" id="{C7B43D94-B987-188A-17BE-8C0AE1FAE1C0}"/>
                </a:ext>
              </a:extLst>
            </p:cNvPr>
            <p:cNvCxnSpPr>
              <a:cxnSpLocks/>
              <a:stCxn id="23" idx="6"/>
              <a:endCxn id="24" idx="2"/>
            </p:cNvCxnSpPr>
            <p:nvPr/>
          </p:nvCxnSpPr>
          <p:spPr>
            <a:xfrm flipV="1">
              <a:off x="-1703130" y="507767"/>
              <a:ext cx="489148" cy="1003411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" name="Google Shape;6205;p61">
              <a:extLst>
                <a:ext uri="{FF2B5EF4-FFF2-40B4-BE49-F238E27FC236}">
                  <a16:creationId xmlns:a16="http://schemas.microsoft.com/office/drawing/2014/main" id="{95C9E55E-2C2A-DBB1-D0AC-6F9ABE3373BB}"/>
                </a:ext>
              </a:extLst>
            </p:cNvPr>
            <p:cNvCxnSpPr>
              <a:cxnSpLocks/>
              <a:stCxn id="23" idx="6"/>
              <a:endCxn id="25" idx="2"/>
            </p:cNvCxnSpPr>
            <p:nvPr/>
          </p:nvCxnSpPr>
          <p:spPr>
            <a:xfrm flipV="1">
              <a:off x="-1703130" y="886487"/>
              <a:ext cx="488388" cy="624691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" name="Google Shape;6206;p61">
              <a:extLst>
                <a:ext uri="{FF2B5EF4-FFF2-40B4-BE49-F238E27FC236}">
                  <a16:creationId xmlns:a16="http://schemas.microsoft.com/office/drawing/2014/main" id="{DFDBA1E1-568B-4BF1-E2A5-2C7CEE2F0EFD}"/>
                </a:ext>
              </a:extLst>
            </p:cNvPr>
            <p:cNvCxnSpPr>
              <a:cxnSpLocks/>
              <a:stCxn id="23" idx="6"/>
              <a:endCxn id="26" idx="2"/>
            </p:cNvCxnSpPr>
            <p:nvPr/>
          </p:nvCxnSpPr>
          <p:spPr>
            <a:xfrm>
              <a:off x="-1703130" y="1511177"/>
              <a:ext cx="488472" cy="34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2" name="Google Shape;6216;p61">
              <a:extLst>
                <a:ext uri="{FF2B5EF4-FFF2-40B4-BE49-F238E27FC236}">
                  <a16:creationId xmlns:a16="http://schemas.microsoft.com/office/drawing/2014/main" id="{F047DC36-39E0-03E4-A186-3291A0F22B43}"/>
                </a:ext>
              </a:extLst>
            </p:cNvPr>
            <p:cNvSpPr/>
            <p:nvPr/>
          </p:nvSpPr>
          <p:spPr>
            <a:xfrm>
              <a:off x="-501993" y="773968"/>
              <a:ext cx="245845" cy="249948"/>
            </a:xfrm>
            <a:prstGeom prst="ellipse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100"/>
              </a:pPr>
              <a:endParaRPr lang="en-US" sz="1600" baseline="-250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73" name="Google Shape;6217;p61">
              <a:extLst>
                <a:ext uri="{FF2B5EF4-FFF2-40B4-BE49-F238E27FC236}">
                  <a16:creationId xmlns:a16="http://schemas.microsoft.com/office/drawing/2014/main" id="{A34E5386-CE2D-4600-29EE-11C0C95278E2}"/>
                </a:ext>
              </a:extLst>
            </p:cNvPr>
            <p:cNvCxnSpPr>
              <a:cxnSpLocks/>
              <a:stCxn id="24" idx="6"/>
              <a:endCxn id="72" idx="2"/>
            </p:cNvCxnSpPr>
            <p:nvPr/>
          </p:nvCxnSpPr>
          <p:spPr>
            <a:xfrm>
              <a:off x="-968137" y="507767"/>
              <a:ext cx="466144" cy="391175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" name="Google Shape;6218;p61">
              <a:extLst>
                <a:ext uri="{FF2B5EF4-FFF2-40B4-BE49-F238E27FC236}">
                  <a16:creationId xmlns:a16="http://schemas.microsoft.com/office/drawing/2014/main" id="{BEC3EFC1-F18B-964C-25CE-14C71D63FC57}"/>
                </a:ext>
              </a:extLst>
            </p:cNvPr>
            <p:cNvCxnSpPr>
              <a:cxnSpLocks/>
              <a:stCxn id="25" idx="6"/>
              <a:endCxn id="72" idx="2"/>
            </p:cNvCxnSpPr>
            <p:nvPr/>
          </p:nvCxnSpPr>
          <p:spPr>
            <a:xfrm>
              <a:off x="-968898" y="886487"/>
              <a:ext cx="466905" cy="12455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" name="Google Shape;6227;p61">
              <a:extLst>
                <a:ext uri="{FF2B5EF4-FFF2-40B4-BE49-F238E27FC236}">
                  <a16:creationId xmlns:a16="http://schemas.microsoft.com/office/drawing/2014/main" id="{17134EF8-4B73-610E-0A80-43AB75837F3A}"/>
                </a:ext>
              </a:extLst>
            </p:cNvPr>
            <p:cNvCxnSpPr>
              <a:cxnSpLocks/>
              <a:stCxn id="26" idx="6"/>
              <a:endCxn id="72" idx="2"/>
            </p:cNvCxnSpPr>
            <p:nvPr/>
          </p:nvCxnSpPr>
          <p:spPr>
            <a:xfrm flipV="1">
              <a:off x="-968813" y="898942"/>
              <a:ext cx="466820" cy="646436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4" name="Google Shape;6167;p61">
              <a:extLst>
                <a:ext uri="{FF2B5EF4-FFF2-40B4-BE49-F238E27FC236}">
                  <a16:creationId xmlns:a16="http://schemas.microsoft.com/office/drawing/2014/main" id="{9BF3CB12-1C6C-F085-01D2-C90B0FA940AF}"/>
                </a:ext>
              </a:extLst>
            </p:cNvPr>
            <p:cNvSpPr/>
            <p:nvPr/>
          </p:nvSpPr>
          <p:spPr>
            <a:xfrm>
              <a:off x="-1942705" y="1761240"/>
              <a:ext cx="245845" cy="249947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>
                <a:solidFill>
                  <a:schemeClr val="dk1"/>
                </a:solidFill>
              </a:endParaRPr>
            </a:p>
          </p:txBody>
        </p:sp>
        <p:sp>
          <p:nvSpPr>
            <p:cNvPr id="95" name="Google Shape;6170;p61">
              <a:extLst>
                <a:ext uri="{FF2B5EF4-FFF2-40B4-BE49-F238E27FC236}">
                  <a16:creationId xmlns:a16="http://schemas.microsoft.com/office/drawing/2014/main" id="{3B4B8F6A-DF0F-95AD-9CCB-00EF21BB336E}"/>
                </a:ext>
              </a:extLst>
            </p:cNvPr>
            <p:cNvSpPr/>
            <p:nvPr/>
          </p:nvSpPr>
          <p:spPr>
            <a:xfrm>
              <a:off x="-1214489" y="1853711"/>
              <a:ext cx="245845" cy="249947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>
                <a:solidFill>
                  <a:schemeClr val="dk1"/>
                </a:solidFill>
              </a:endParaRPr>
            </a:p>
          </p:txBody>
        </p:sp>
        <p:cxnSp>
          <p:nvCxnSpPr>
            <p:cNvPr id="168" name="Google Shape;6206;p61">
              <a:extLst>
                <a:ext uri="{FF2B5EF4-FFF2-40B4-BE49-F238E27FC236}">
                  <a16:creationId xmlns:a16="http://schemas.microsoft.com/office/drawing/2014/main" id="{E11C2396-9004-4F5F-4910-A327C8FBE6AA}"/>
                </a:ext>
              </a:extLst>
            </p:cNvPr>
            <p:cNvCxnSpPr>
              <a:cxnSpLocks/>
              <a:stCxn id="94" idx="6"/>
              <a:endCxn id="95" idx="2"/>
            </p:cNvCxnSpPr>
            <p:nvPr/>
          </p:nvCxnSpPr>
          <p:spPr>
            <a:xfrm>
              <a:off x="-1696860" y="1886213"/>
              <a:ext cx="482372" cy="92471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" name="Google Shape;6206;p61">
              <a:extLst>
                <a:ext uri="{FF2B5EF4-FFF2-40B4-BE49-F238E27FC236}">
                  <a16:creationId xmlns:a16="http://schemas.microsoft.com/office/drawing/2014/main" id="{BB9FEBB1-3ACE-21DD-5AA4-BE2EFB279296}"/>
                </a:ext>
              </a:extLst>
            </p:cNvPr>
            <p:cNvCxnSpPr>
              <a:cxnSpLocks/>
              <a:stCxn id="94" idx="6"/>
              <a:endCxn id="26" idx="2"/>
            </p:cNvCxnSpPr>
            <p:nvPr/>
          </p:nvCxnSpPr>
          <p:spPr>
            <a:xfrm flipV="1">
              <a:off x="-1696860" y="1545377"/>
              <a:ext cx="482203" cy="340836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" name="Google Shape;6206;p61">
              <a:extLst>
                <a:ext uri="{FF2B5EF4-FFF2-40B4-BE49-F238E27FC236}">
                  <a16:creationId xmlns:a16="http://schemas.microsoft.com/office/drawing/2014/main" id="{A9D8B034-139D-2F29-D5FE-A88B3DF1E126}"/>
                </a:ext>
              </a:extLst>
            </p:cNvPr>
            <p:cNvCxnSpPr>
              <a:cxnSpLocks/>
              <a:stCxn id="94" idx="6"/>
              <a:endCxn id="25" idx="2"/>
            </p:cNvCxnSpPr>
            <p:nvPr/>
          </p:nvCxnSpPr>
          <p:spPr>
            <a:xfrm flipV="1">
              <a:off x="-1696860" y="886487"/>
              <a:ext cx="482118" cy="999727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" name="Google Shape;6206;p61">
              <a:extLst>
                <a:ext uri="{FF2B5EF4-FFF2-40B4-BE49-F238E27FC236}">
                  <a16:creationId xmlns:a16="http://schemas.microsoft.com/office/drawing/2014/main" id="{1295BA07-D539-F1D4-7FA6-83BEC90B00F5}"/>
                </a:ext>
              </a:extLst>
            </p:cNvPr>
            <p:cNvCxnSpPr>
              <a:cxnSpLocks/>
              <a:stCxn id="94" idx="6"/>
              <a:endCxn id="24" idx="2"/>
            </p:cNvCxnSpPr>
            <p:nvPr/>
          </p:nvCxnSpPr>
          <p:spPr>
            <a:xfrm flipV="1">
              <a:off x="-1696860" y="507767"/>
              <a:ext cx="482879" cy="1378447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" name="Google Shape;6206;p61">
              <a:extLst>
                <a:ext uri="{FF2B5EF4-FFF2-40B4-BE49-F238E27FC236}">
                  <a16:creationId xmlns:a16="http://schemas.microsoft.com/office/drawing/2014/main" id="{B315CBB4-3966-0DE6-6740-BFDF3A41E002}"/>
                </a:ext>
              </a:extLst>
            </p:cNvPr>
            <p:cNvCxnSpPr>
              <a:cxnSpLocks/>
              <a:stCxn id="95" idx="2"/>
              <a:endCxn id="23" idx="6"/>
            </p:cNvCxnSpPr>
            <p:nvPr/>
          </p:nvCxnSpPr>
          <p:spPr>
            <a:xfrm flipH="1" flipV="1">
              <a:off x="-1703130" y="1511177"/>
              <a:ext cx="488641" cy="467507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" name="Google Shape;6206;p61">
              <a:extLst>
                <a:ext uri="{FF2B5EF4-FFF2-40B4-BE49-F238E27FC236}">
                  <a16:creationId xmlns:a16="http://schemas.microsoft.com/office/drawing/2014/main" id="{B9C9630F-4C0D-0D83-CE44-65BE5522243A}"/>
                </a:ext>
              </a:extLst>
            </p:cNvPr>
            <p:cNvCxnSpPr>
              <a:cxnSpLocks/>
              <a:stCxn id="95" idx="2"/>
              <a:endCxn id="22" idx="6"/>
            </p:cNvCxnSpPr>
            <p:nvPr/>
          </p:nvCxnSpPr>
          <p:spPr>
            <a:xfrm flipH="1" flipV="1">
              <a:off x="-1704480" y="973219"/>
              <a:ext cx="489991" cy="1005465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" name="Google Shape;6206;p61">
              <a:extLst>
                <a:ext uri="{FF2B5EF4-FFF2-40B4-BE49-F238E27FC236}">
                  <a16:creationId xmlns:a16="http://schemas.microsoft.com/office/drawing/2014/main" id="{3AF5ACA5-CC6A-5D3B-4437-F4521D2922C7}"/>
                </a:ext>
              </a:extLst>
            </p:cNvPr>
            <p:cNvCxnSpPr>
              <a:cxnSpLocks/>
              <a:stCxn id="95" idx="2"/>
              <a:endCxn id="21" idx="6"/>
            </p:cNvCxnSpPr>
            <p:nvPr/>
          </p:nvCxnSpPr>
          <p:spPr>
            <a:xfrm flipH="1" flipV="1">
              <a:off x="-1704480" y="594481"/>
              <a:ext cx="489991" cy="1384204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8" name="Google Shape;6226;p61">
              <a:extLst>
                <a:ext uri="{FF2B5EF4-FFF2-40B4-BE49-F238E27FC236}">
                  <a16:creationId xmlns:a16="http://schemas.microsoft.com/office/drawing/2014/main" id="{E18DFBDE-ADA6-5F7C-F4AB-C7B8253CBFE1}"/>
                </a:ext>
              </a:extLst>
            </p:cNvPr>
            <p:cNvCxnSpPr>
              <a:cxnSpLocks/>
              <a:stCxn id="95" idx="6"/>
              <a:endCxn id="72" idx="2"/>
            </p:cNvCxnSpPr>
            <p:nvPr/>
          </p:nvCxnSpPr>
          <p:spPr>
            <a:xfrm flipV="1">
              <a:off x="-968644" y="898942"/>
              <a:ext cx="466651" cy="1079743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23" name="Google Shape;6165;p61">
              <a:extLst>
                <a:ext uri="{FF2B5EF4-FFF2-40B4-BE49-F238E27FC236}">
                  <a16:creationId xmlns:a16="http://schemas.microsoft.com/office/drawing/2014/main" id="{A70D1038-C939-9405-66F5-BA14E20CF9D5}"/>
                </a:ext>
              </a:extLst>
            </p:cNvPr>
            <p:cNvSpPr/>
            <p:nvPr/>
          </p:nvSpPr>
          <p:spPr>
            <a:xfrm>
              <a:off x="-1932798" y="3120266"/>
              <a:ext cx="245845" cy="249948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>
                <a:solidFill>
                  <a:schemeClr val="dk1"/>
                </a:solidFill>
              </a:endParaRPr>
            </a:p>
          </p:txBody>
        </p:sp>
        <p:sp>
          <p:nvSpPr>
            <p:cNvPr id="324" name="Google Shape;6166;p61">
              <a:extLst>
                <a:ext uri="{FF2B5EF4-FFF2-40B4-BE49-F238E27FC236}">
                  <a16:creationId xmlns:a16="http://schemas.microsoft.com/office/drawing/2014/main" id="{4A82C47C-E45B-3EBD-86AF-89F598ED3AE1}"/>
                </a:ext>
              </a:extLst>
            </p:cNvPr>
            <p:cNvSpPr/>
            <p:nvPr/>
          </p:nvSpPr>
          <p:spPr>
            <a:xfrm>
              <a:off x="-1932798" y="3499005"/>
              <a:ext cx="245845" cy="249948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>
                <a:solidFill>
                  <a:schemeClr val="dk1"/>
                </a:solidFill>
              </a:endParaRPr>
            </a:p>
          </p:txBody>
        </p:sp>
        <p:sp>
          <p:nvSpPr>
            <p:cNvPr id="325" name="Google Shape;6167;p61">
              <a:extLst>
                <a:ext uri="{FF2B5EF4-FFF2-40B4-BE49-F238E27FC236}">
                  <a16:creationId xmlns:a16="http://schemas.microsoft.com/office/drawing/2014/main" id="{33E3350D-86DB-6694-F400-D6884DECAA3E}"/>
                </a:ext>
              </a:extLst>
            </p:cNvPr>
            <p:cNvSpPr/>
            <p:nvPr/>
          </p:nvSpPr>
          <p:spPr>
            <a:xfrm>
              <a:off x="-1931448" y="4036963"/>
              <a:ext cx="245845" cy="249948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>
                <a:solidFill>
                  <a:schemeClr val="dk1"/>
                </a:solidFill>
              </a:endParaRPr>
            </a:p>
          </p:txBody>
        </p:sp>
        <p:sp>
          <p:nvSpPr>
            <p:cNvPr id="326" name="Google Shape;6168;p61">
              <a:extLst>
                <a:ext uri="{FF2B5EF4-FFF2-40B4-BE49-F238E27FC236}">
                  <a16:creationId xmlns:a16="http://schemas.microsoft.com/office/drawing/2014/main" id="{C2F9C406-B3F8-D7C6-65D0-D551EFE76D59}"/>
                </a:ext>
              </a:extLst>
            </p:cNvPr>
            <p:cNvSpPr/>
            <p:nvPr/>
          </p:nvSpPr>
          <p:spPr>
            <a:xfrm>
              <a:off x="-1196455" y="3033553"/>
              <a:ext cx="245845" cy="249947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>
                <a:solidFill>
                  <a:schemeClr val="dk1"/>
                </a:solidFill>
              </a:endParaRPr>
            </a:p>
          </p:txBody>
        </p:sp>
        <p:sp>
          <p:nvSpPr>
            <p:cNvPr id="327" name="Google Shape;6169;p61">
              <a:extLst>
                <a:ext uri="{FF2B5EF4-FFF2-40B4-BE49-F238E27FC236}">
                  <a16:creationId xmlns:a16="http://schemas.microsoft.com/office/drawing/2014/main" id="{AD6F064F-397C-05F8-61A6-74625B00E911}"/>
                </a:ext>
              </a:extLst>
            </p:cNvPr>
            <p:cNvSpPr/>
            <p:nvPr/>
          </p:nvSpPr>
          <p:spPr>
            <a:xfrm>
              <a:off x="-1197216" y="3412273"/>
              <a:ext cx="245845" cy="249947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>
                <a:solidFill>
                  <a:schemeClr val="dk1"/>
                </a:solidFill>
              </a:endParaRPr>
            </a:p>
          </p:txBody>
        </p:sp>
        <p:sp>
          <p:nvSpPr>
            <p:cNvPr id="328" name="Google Shape;6170;p61">
              <a:extLst>
                <a:ext uri="{FF2B5EF4-FFF2-40B4-BE49-F238E27FC236}">
                  <a16:creationId xmlns:a16="http://schemas.microsoft.com/office/drawing/2014/main" id="{E00B2F60-8A33-1E3C-B152-B6905D986DE4}"/>
                </a:ext>
              </a:extLst>
            </p:cNvPr>
            <p:cNvSpPr/>
            <p:nvPr/>
          </p:nvSpPr>
          <p:spPr>
            <a:xfrm>
              <a:off x="-1197131" y="4071164"/>
              <a:ext cx="245845" cy="249947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>
                <a:solidFill>
                  <a:schemeClr val="dk1"/>
                </a:solidFill>
              </a:endParaRPr>
            </a:p>
          </p:txBody>
        </p:sp>
        <p:cxnSp>
          <p:nvCxnSpPr>
            <p:cNvPr id="329" name="Google Shape;6198;p61">
              <a:extLst>
                <a:ext uri="{FF2B5EF4-FFF2-40B4-BE49-F238E27FC236}">
                  <a16:creationId xmlns:a16="http://schemas.microsoft.com/office/drawing/2014/main" id="{E79B92CD-EBEE-4B3E-EF68-39A740562518}"/>
                </a:ext>
              </a:extLst>
            </p:cNvPr>
            <p:cNvCxnSpPr>
              <a:cxnSpLocks/>
              <a:stCxn id="323" idx="6"/>
              <a:endCxn id="326" idx="2"/>
            </p:cNvCxnSpPr>
            <p:nvPr/>
          </p:nvCxnSpPr>
          <p:spPr>
            <a:xfrm flipV="1">
              <a:off x="-1686953" y="3158527"/>
              <a:ext cx="490498" cy="86714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0" name="Google Shape;6199;p61">
              <a:extLst>
                <a:ext uri="{FF2B5EF4-FFF2-40B4-BE49-F238E27FC236}">
                  <a16:creationId xmlns:a16="http://schemas.microsoft.com/office/drawing/2014/main" id="{DE01E5D5-DB45-8D84-F931-A6026970E8B4}"/>
                </a:ext>
              </a:extLst>
            </p:cNvPr>
            <p:cNvCxnSpPr>
              <a:cxnSpLocks/>
              <a:stCxn id="323" idx="6"/>
              <a:endCxn id="327" idx="2"/>
            </p:cNvCxnSpPr>
            <p:nvPr/>
          </p:nvCxnSpPr>
          <p:spPr>
            <a:xfrm>
              <a:off x="-1686953" y="3245241"/>
              <a:ext cx="489737" cy="292006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1" name="Google Shape;6200;p61">
              <a:extLst>
                <a:ext uri="{FF2B5EF4-FFF2-40B4-BE49-F238E27FC236}">
                  <a16:creationId xmlns:a16="http://schemas.microsoft.com/office/drawing/2014/main" id="{47F0F4CB-923E-765F-8B94-27CAF3048D30}"/>
                </a:ext>
              </a:extLst>
            </p:cNvPr>
            <p:cNvCxnSpPr>
              <a:cxnSpLocks/>
              <a:stCxn id="323" idx="6"/>
              <a:endCxn id="328" idx="2"/>
            </p:cNvCxnSpPr>
            <p:nvPr/>
          </p:nvCxnSpPr>
          <p:spPr>
            <a:xfrm>
              <a:off x="-1686953" y="3245241"/>
              <a:ext cx="489822" cy="950897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2" name="Google Shape;6201;p61">
              <a:extLst>
                <a:ext uri="{FF2B5EF4-FFF2-40B4-BE49-F238E27FC236}">
                  <a16:creationId xmlns:a16="http://schemas.microsoft.com/office/drawing/2014/main" id="{6D0BB928-B31E-F871-BD15-1676E441D4D6}"/>
                </a:ext>
              </a:extLst>
            </p:cNvPr>
            <p:cNvCxnSpPr>
              <a:cxnSpLocks/>
              <a:stCxn id="324" idx="6"/>
              <a:endCxn id="326" idx="2"/>
            </p:cNvCxnSpPr>
            <p:nvPr/>
          </p:nvCxnSpPr>
          <p:spPr>
            <a:xfrm flipV="1">
              <a:off x="-1686953" y="3158527"/>
              <a:ext cx="490498" cy="465452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3" name="Google Shape;6202;p61">
              <a:extLst>
                <a:ext uri="{FF2B5EF4-FFF2-40B4-BE49-F238E27FC236}">
                  <a16:creationId xmlns:a16="http://schemas.microsoft.com/office/drawing/2014/main" id="{6F6C2E09-B24E-4774-770E-30098084D23D}"/>
                </a:ext>
              </a:extLst>
            </p:cNvPr>
            <p:cNvCxnSpPr>
              <a:cxnSpLocks/>
              <a:stCxn id="324" idx="6"/>
              <a:endCxn id="327" idx="2"/>
            </p:cNvCxnSpPr>
            <p:nvPr/>
          </p:nvCxnSpPr>
          <p:spPr>
            <a:xfrm flipV="1">
              <a:off x="-1686953" y="3537247"/>
              <a:ext cx="489737" cy="86732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4" name="Google Shape;6203;p61">
              <a:extLst>
                <a:ext uri="{FF2B5EF4-FFF2-40B4-BE49-F238E27FC236}">
                  <a16:creationId xmlns:a16="http://schemas.microsoft.com/office/drawing/2014/main" id="{24454B96-BEAF-EFB6-462A-97398E84D188}"/>
                </a:ext>
              </a:extLst>
            </p:cNvPr>
            <p:cNvCxnSpPr>
              <a:cxnSpLocks/>
              <a:stCxn id="324" idx="6"/>
              <a:endCxn id="328" idx="2"/>
            </p:cNvCxnSpPr>
            <p:nvPr/>
          </p:nvCxnSpPr>
          <p:spPr>
            <a:xfrm>
              <a:off x="-1686953" y="3623979"/>
              <a:ext cx="489822" cy="572158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5" name="Google Shape;6204;p61">
              <a:extLst>
                <a:ext uri="{FF2B5EF4-FFF2-40B4-BE49-F238E27FC236}">
                  <a16:creationId xmlns:a16="http://schemas.microsoft.com/office/drawing/2014/main" id="{780D223C-57A2-C8F3-0A30-1F6660480349}"/>
                </a:ext>
              </a:extLst>
            </p:cNvPr>
            <p:cNvCxnSpPr>
              <a:cxnSpLocks/>
              <a:stCxn id="325" idx="6"/>
              <a:endCxn id="326" idx="2"/>
            </p:cNvCxnSpPr>
            <p:nvPr/>
          </p:nvCxnSpPr>
          <p:spPr>
            <a:xfrm flipV="1">
              <a:off x="-1685603" y="3158527"/>
              <a:ext cx="489148" cy="1003411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6" name="Google Shape;6205;p61">
              <a:extLst>
                <a:ext uri="{FF2B5EF4-FFF2-40B4-BE49-F238E27FC236}">
                  <a16:creationId xmlns:a16="http://schemas.microsoft.com/office/drawing/2014/main" id="{EB33B403-A4C4-AC17-389E-AB7BA52E73A9}"/>
                </a:ext>
              </a:extLst>
            </p:cNvPr>
            <p:cNvCxnSpPr>
              <a:cxnSpLocks/>
              <a:stCxn id="325" idx="6"/>
              <a:endCxn id="327" idx="2"/>
            </p:cNvCxnSpPr>
            <p:nvPr/>
          </p:nvCxnSpPr>
          <p:spPr>
            <a:xfrm flipV="1">
              <a:off x="-1685603" y="3537247"/>
              <a:ext cx="488388" cy="624691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7" name="Google Shape;6206;p61">
              <a:extLst>
                <a:ext uri="{FF2B5EF4-FFF2-40B4-BE49-F238E27FC236}">
                  <a16:creationId xmlns:a16="http://schemas.microsoft.com/office/drawing/2014/main" id="{4262C064-7484-731A-96D1-6CD6D6EA45F8}"/>
                </a:ext>
              </a:extLst>
            </p:cNvPr>
            <p:cNvCxnSpPr>
              <a:cxnSpLocks/>
              <a:stCxn id="325" idx="6"/>
              <a:endCxn id="328" idx="2"/>
            </p:cNvCxnSpPr>
            <p:nvPr/>
          </p:nvCxnSpPr>
          <p:spPr>
            <a:xfrm>
              <a:off x="-1685603" y="4161937"/>
              <a:ext cx="488472" cy="34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38" name="Google Shape;6216;p61">
              <a:extLst>
                <a:ext uri="{FF2B5EF4-FFF2-40B4-BE49-F238E27FC236}">
                  <a16:creationId xmlns:a16="http://schemas.microsoft.com/office/drawing/2014/main" id="{E19D2FF8-5395-5E96-8FF7-806CF2EA69BA}"/>
                </a:ext>
              </a:extLst>
            </p:cNvPr>
            <p:cNvSpPr/>
            <p:nvPr/>
          </p:nvSpPr>
          <p:spPr>
            <a:xfrm>
              <a:off x="-492087" y="3412273"/>
              <a:ext cx="245845" cy="249948"/>
            </a:xfrm>
            <a:prstGeom prst="ellipse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100"/>
              </a:pPr>
              <a:endParaRPr lang="en-US" sz="1600" baseline="-250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339" name="Google Shape;6217;p61">
              <a:extLst>
                <a:ext uri="{FF2B5EF4-FFF2-40B4-BE49-F238E27FC236}">
                  <a16:creationId xmlns:a16="http://schemas.microsoft.com/office/drawing/2014/main" id="{16B9F4D4-4297-6E04-0A06-D4148FEC9BE7}"/>
                </a:ext>
              </a:extLst>
            </p:cNvPr>
            <p:cNvCxnSpPr>
              <a:cxnSpLocks/>
              <a:stCxn id="326" idx="6"/>
              <a:endCxn id="338" idx="2"/>
            </p:cNvCxnSpPr>
            <p:nvPr/>
          </p:nvCxnSpPr>
          <p:spPr>
            <a:xfrm>
              <a:off x="-950610" y="3158527"/>
              <a:ext cx="458523" cy="37872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0" name="Google Shape;6218;p61">
              <a:extLst>
                <a:ext uri="{FF2B5EF4-FFF2-40B4-BE49-F238E27FC236}">
                  <a16:creationId xmlns:a16="http://schemas.microsoft.com/office/drawing/2014/main" id="{2B09297E-C2E0-EF3F-F221-0D898A2A5A80}"/>
                </a:ext>
              </a:extLst>
            </p:cNvPr>
            <p:cNvCxnSpPr>
              <a:cxnSpLocks/>
              <a:stCxn id="327" idx="6"/>
              <a:endCxn id="338" idx="2"/>
            </p:cNvCxnSpPr>
            <p:nvPr/>
          </p:nvCxnSpPr>
          <p:spPr>
            <a:xfrm>
              <a:off x="-951371" y="3537247"/>
              <a:ext cx="459284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5" name="Google Shape;6227;p61">
              <a:extLst>
                <a:ext uri="{FF2B5EF4-FFF2-40B4-BE49-F238E27FC236}">
                  <a16:creationId xmlns:a16="http://schemas.microsoft.com/office/drawing/2014/main" id="{7E3D8FE3-7B22-E9AA-096A-422163B61EBC}"/>
                </a:ext>
              </a:extLst>
            </p:cNvPr>
            <p:cNvCxnSpPr>
              <a:cxnSpLocks/>
              <a:stCxn id="328" idx="6"/>
              <a:endCxn id="338" idx="2"/>
            </p:cNvCxnSpPr>
            <p:nvPr/>
          </p:nvCxnSpPr>
          <p:spPr>
            <a:xfrm flipV="1">
              <a:off x="-951286" y="3537247"/>
              <a:ext cx="459199" cy="658891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46" name="Google Shape;6167;p61">
              <a:extLst>
                <a:ext uri="{FF2B5EF4-FFF2-40B4-BE49-F238E27FC236}">
                  <a16:creationId xmlns:a16="http://schemas.microsoft.com/office/drawing/2014/main" id="{70478BDA-01EB-0C9C-866C-622E93CD5EBC}"/>
                </a:ext>
              </a:extLst>
            </p:cNvPr>
            <p:cNvSpPr/>
            <p:nvPr/>
          </p:nvSpPr>
          <p:spPr>
            <a:xfrm>
              <a:off x="-1925178" y="4412000"/>
              <a:ext cx="245845" cy="249947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>
                <a:solidFill>
                  <a:schemeClr val="dk1"/>
                </a:solidFill>
              </a:endParaRPr>
            </a:p>
          </p:txBody>
        </p:sp>
        <p:sp>
          <p:nvSpPr>
            <p:cNvPr id="347" name="Google Shape;6170;p61">
              <a:extLst>
                <a:ext uri="{FF2B5EF4-FFF2-40B4-BE49-F238E27FC236}">
                  <a16:creationId xmlns:a16="http://schemas.microsoft.com/office/drawing/2014/main" id="{10500EE9-DF35-A816-6A2B-8240770B16CA}"/>
                </a:ext>
              </a:extLst>
            </p:cNvPr>
            <p:cNvSpPr/>
            <p:nvPr/>
          </p:nvSpPr>
          <p:spPr>
            <a:xfrm>
              <a:off x="-1196962" y="4504471"/>
              <a:ext cx="245845" cy="249947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>
                <a:solidFill>
                  <a:schemeClr val="dk1"/>
                </a:solidFill>
              </a:endParaRPr>
            </a:p>
          </p:txBody>
        </p:sp>
        <p:cxnSp>
          <p:nvCxnSpPr>
            <p:cNvPr id="348" name="Google Shape;6206;p61">
              <a:extLst>
                <a:ext uri="{FF2B5EF4-FFF2-40B4-BE49-F238E27FC236}">
                  <a16:creationId xmlns:a16="http://schemas.microsoft.com/office/drawing/2014/main" id="{65B743CB-4BC3-2404-B981-4BA0F4275F69}"/>
                </a:ext>
              </a:extLst>
            </p:cNvPr>
            <p:cNvCxnSpPr>
              <a:cxnSpLocks/>
              <a:stCxn id="346" idx="6"/>
              <a:endCxn id="347" idx="2"/>
            </p:cNvCxnSpPr>
            <p:nvPr/>
          </p:nvCxnSpPr>
          <p:spPr>
            <a:xfrm>
              <a:off x="-1679333" y="4536973"/>
              <a:ext cx="482372" cy="92471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9" name="Google Shape;6206;p61">
              <a:extLst>
                <a:ext uri="{FF2B5EF4-FFF2-40B4-BE49-F238E27FC236}">
                  <a16:creationId xmlns:a16="http://schemas.microsoft.com/office/drawing/2014/main" id="{849BBD00-D75D-59D1-ABDA-004211BF9E19}"/>
                </a:ext>
              </a:extLst>
            </p:cNvPr>
            <p:cNvCxnSpPr>
              <a:cxnSpLocks/>
              <a:stCxn id="346" idx="6"/>
              <a:endCxn id="328" idx="2"/>
            </p:cNvCxnSpPr>
            <p:nvPr/>
          </p:nvCxnSpPr>
          <p:spPr>
            <a:xfrm flipV="1">
              <a:off x="-1679333" y="4196137"/>
              <a:ext cx="482203" cy="340836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0" name="Google Shape;6206;p61">
              <a:extLst>
                <a:ext uri="{FF2B5EF4-FFF2-40B4-BE49-F238E27FC236}">
                  <a16:creationId xmlns:a16="http://schemas.microsoft.com/office/drawing/2014/main" id="{E5A78B13-A58C-6660-9267-68AB3D8878BC}"/>
                </a:ext>
              </a:extLst>
            </p:cNvPr>
            <p:cNvCxnSpPr>
              <a:cxnSpLocks/>
              <a:stCxn id="346" idx="6"/>
              <a:endCxn id="327" idx="2"/>
            </p:cNvCxnSpPr>
            <p:nvPr/>
          </p:nvCxnSpPr>
          <p:spPr>
            <a:xfrm flipV="1">
              <a:off x="-1679333" y="3537247"/>
              <a:ext cx="482118" cy="999727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1" name="Google Shape;6206;p61">
              <a:extLst>
                <a:ext uri="{FF2B5EF4-FFF2-40B4-BE49-F238E27FC236}">
                  <a16:creationId xmlns:a16="http://schemas.microsoft.com/office/drawing/2014/main" id="{E7D96519-9673-5AFF-BDBA-B7C3030641FD}"/>
                </a:ext>
              </a:extLst>
            </p:cNvPr>
            <p:cNvCxnSpPr>
              <a:cxnSpLocks/>
              <a:stCxn id="346" idx="6"/>
              <a:endCxn id="326" idx="2"/>
            </p:cNvCxnSpPr>
            <p:nvPr/>
          </p:nvCxnSpPr>
          <p:spPr>
            <a:xfrm flipV="1">
              <a:off x="-1679333" y="3158527"/>
              <a:ext cx="482879" cy="1378447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2" name="Google Shape;6206;p61">
              <a:extLst>
                <a:ext uri="{FF2B5EF4-FFF2-40B4-BE49-F238E27FC236}">
                  <a16:creationId xmlns:a16="http://schemas.microsoft.com/office/drawing/2014/main" id="{81530400-F925-5D12-BED6-D42B96FCFC9B}"/>
                </a:ext>
              </a:extLst>
            </p:cNvPr>
            <p:cNvCxnSpPr>
              <a:cxnSpLocks/>
              <a:stCxn id="347" idx="2"/>
              <a:endCxn id="325" idx="6"/>
            </p:cNvCxnSpPr>
            <p:nvPr/>
          </p:nvCxnSpPr>
          <p:spPr>
            <a:xfrm flipH="1" flipV="1">
              <a:off x="-1685603" y="4161937"/>
              <a:ext cx="488641" cy="467507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3" name="Google Shape;6206;p61">
              <a:extLst>
                <a:ext uri="{FF2B5EF4-FFF2-40B4-BE49-F238E27FC236}">
                  <a16:creationId xmlns:a16="http://schemas.microsoft.com/office/drawing/2014/main" id="{DB3D56AB-54E5-62FF-633D-702431560871}"/>
                </a:ext>
              </a:extLst>
            </p:cNvPr>
            <p:cNvCxnSpPr>
              <a:cxnSpLocks/>
              <a:stCxn id="347" idx="2"/>
              <a:endCxn id="324" idx="6"/>
            </p:cNvCxnSpPr>
            <p:nvPr/>
          </p:nvCxnSpPr>
          <p:spPr>
            <a:xfrm flipH="1" flipV="1">
              <a:off x="-1686953" y="3623979"/>
              <a:ext cx="489991" cy="1005465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4" name="Google Shape;6206;p61">
              <a:extLst>
                <a:ext uri="{FF2B5EF4-FFF2-40B4-BE49-F238E27FC236}">
                  <a16:creationId xmlns:a16="http://schemas.microsoft.com/office/drawing/2014/main" id="{8D19CD23-CC53-5D06-B8AC-DD57B4339F68}"/>
                </a:ext>
              </a:extLst>
            </p:cNvPr>
            <p:cNvCxnSpPr>
              <a:cxnSpLocks/>
              <a:stCxn id="347" idx="2"/>
              <a:endCxn id="323" idx="6"/>
            </p:cNvCxnSpPr>
            <p:nvPr/>
          </p:nvCxnSpPr>
          <p:spPr>
            <a:xfrm flipH="1" flipV="1">
              <a:off x="-1686953" y="3245241"/>
              <a:ext cx="489991" cy="1384204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6" name="Google Shape;6226;p61">
              <a:extLst>
                <a:ext uri="{FF2B5EF4-FFF2-40B4-BE49-F238E27FC236}">
                  <a16:creationId xmlns:a16="http://schemas.microsoft.com/office/drawing/2014/main" id="{8D20C480-89F4-604D-5C3C-DC85A800ADF4}"/>
                </a:ext>
              </a:extLst>
            </p:cNvPr>
            <p:cNvCxnSpPr>
              <a:cxnSpLocks/>
              <a:stCxn id="347" idx="6"/>
              <a:endCxn id="338" idx="2"/>
            </p:cNvCxnSpPr>
            <p:nvPr/>
          </p:nvCxnSpPr>
          <p:spPr>
            <a:xfrm flipV="1">
              <a:off x="-951117" y="3537247"/>
              <a:ext cx="459030" cy="1092198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57" name="Rounded Rectangle 356">
              <a:extLst>
                <a:ext uri="{FF2B5EF4-FFF2-40B4-BE49-F238E27FC236}">
                  <a16:creationId xmlns:a16="http://schemas.microsoft.com/office/drawing/2014/main" id="{E66A37AF-7E4F-6C1F-B1C4-00303341D529}"/>
                </a:ext>
              </a:extLst>
            </p:cNvPr>
            <p:cNvSpPr/>
            <p:nvPr/>
          </p:nvSpPr>
          <p:spPr>
            <a:xfrm>
              <a:off x="-1932798" y="5261359"/>
              <a:ext cx="1987905" cy="372140"/>
            </a:xfrm>
            <a:prstGeom prst="round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Training</a:t>
              </a:r>
              <a:r>
                <a:rPr lang="zh-CN" altLang="en-US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only</a:t>
              </a:r>
              <a:endPara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28542D85-99E7-4CBC-EF79-A488BCDCB205}"/>
                </a:ext>
              </a:extLst>
            </p:cNvPr>
            <p:cNvSpPr txBox="1"/>
            <p:nvPr/>
          </p:nvSpPr>
          <p:spPr>
            <a:xfrm>
              <a:off x="-1364756" y="2187327"/>
              <a:ext cx="60632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MLPs</a:t>
              </a:r>
            </a:p>
          </p:txBody>
        </p:sp>
        <p:sp>
          <p:nvSpPr>
            <p:cNvPr id="375" name="TextBox 374">
              <a:extLst>
                <a:ext uri="{FF2B5EF4-FFF2-40B4-BE49-F238E27FC236}">
                  <a16:creationId xmlns:a16="http://schemas.microsoft.com/office/drawing/2014/main" id="{F5F0A436-C1F6-A1C2-DD9A-3EF68B5B0589}"/>
                </a:ext>
              </a:extLst>
            </p:cNvPr>
            <p:cNvSpPr txBox="1"/>
            <p:nvPr/>
          </p:nvSpPr>
          <p:spPr>
            <a:xfrm>
              <a:off x="-1375720" y="1041207"/>
              <a:ext cx="6354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i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···</a:t>
              </a:r>
              <a:endParaRPr lang="en-US" sz="18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76" name="TextBox 375">
              <a:extLst>
                <a:ext uri="{FF2B5EF4-FFF2-40B4-BE49-F238E27FC236}">
                  <a16:creationId xmlns:a16="http://schemas.microsoft.com/office/drawing/2014/main" id="{FEA530CA-1535-1DD1-6469-1D4DD60FBF79}"/>
                </a:ext>
              </a:extLst>
            </p:cNvPr>
            <p:cNvSpPr txBox="1"/>
            <p:nvPr/>
          </p:nvSpPr>
          <p:spPr>
            <a:xfrm>
              <a:off x="-1365814" y="3660232"/>
              <a:ext cx="6354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i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···</a:t>
              </a:r>
              <a:endParaRPr lang="en-US" sz="18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C2C8223C-1100-7925-41F3-0F744642DBD7}"/>
                </a:ext>
              </a:extLst>
            </p:cNvPr>
            <p:cNvSpPr txBox="1"/>
            <p:nvPr/>
          </p:nvSpPr>
          <p:spPr>
            <a:xfrm>
              <a:off x="-2127992" y="3677499"/>
              <a:ext cx="6354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i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···</a:t>
              </a:r>
              <a:endParaRPr lang="en-US" sz="18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78" name="TextBox 377">
              <a:extLst>
                <a:ext uri="{FF2B5EF4-FFF2-40B4-BE49-F238E27FC236}">
                  <a16:creationId xmlns:a16="http://schemas.microsoft.com/office/drawing/2014/main" id="{8871472F-C2DB-9855-2C66-9881B9ED6E95}"/>
                </a:ext>
              </a:extLst>
            </p:cNvPr>
            <p:cNvSpPr txBox="1"/>
            <p:nvPr/>
          </p:nvSpPr>
          <p:spPr>
            <a:xfrm>
              <a:off x="-2137899" y="1041207"/>
              <a:ext cx="6354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i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···</a:t>
              </a:r>
              <a:endParaRPr lang="en-US" sz="18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5" name="Google Shape;6034;p58">
              <a:extLst>
                <a:ext uri="{FF2B5EF4-FFF2-40B4-BE49-F238E27FC236}">
                  <a16:creationId xmlns:a16="http://schemas.microsoft.com/office/drawing/2014/main" id="{6E56CB6D-DD16-2CDA-F7DD-898FB25A74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6829" y="1042035"/>
              <a:ext cx="747409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  <p:cxnSp>
          <p:nvCxnSpPr>
            <p:cNvPr id="6" name="Google Shape;6035;p58">
              <a:extLst>
                <a:ext uri="{FF2B5EF4-FFF2-40B4-BE49-F238E27FC236}">
                  <a16:creationId xmlns:a16="http://schemas.microsoft.com/office/drawing/2014/main" id="{16682F7A-3A21-4317-7E44-116C29657F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485" y="396736"/>
              <a:ext cx="0" cy="645235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66898780-DFF3-7966-230C-EA7B8BD86810}"/>
                </a:ext>
              </a:extLst>
            </p:cNvPr>
            <p:cNvSpPr/>
            <p:nvPr/>
          </p:nvSpPr>
          <p:spPr>
            <a:xfrm>
              <a:off x="-2274701" y="-119041"/>
              <a:ext cx="5130290" cy="5895823"/>
            </a:xfrm>
            <a:prstGeom prst="roundRect">
              <a:avLst>
                <a:gd name="adj" fmla="val 2831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CD8C1030-1BAA-E76A-AD4F-7A894E8BA7E1}"/>
                </a:ext>
              </a:extLst>
            </p:cNvPr>
            <p:cNvSpPr/>
            <p:nvPr/>
          </p:nvSpPr>
          <p:spPr>
            <a:xfrm>
              <a:off x="4098161" y="-600306"/>
              <a:ext cx="2762492" cy="353857"/>
            </a:xfrm>
            <a:prstGeom prst="round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Env</a:t>
              </a: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B5C84EF5-E03A-7415-5285-9C38AEB80D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40239" y="426398"/>
              <a:ext cx="597518" cy="597518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8F166369-210C-7F1A-359C-084E455C1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826" t="11639" r="4026" b="16827"/>
            <a:stretch>
              <a:fillRect/>
            </a:stretch>
          </p:blipFill>
          <p:spPr>
            <a:xfrm>
              <a:off x="4186442" y="1334427"/>
              <a:ext cx="1380511" cy="1071683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AA4A0BCB-CB3C-88F2-3BE5-1E6DDF72BD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314" t="11373" r="3889" b="17093"/>
            <a:stretch>
              <a:fillRect/>
            </a:stretch>
          </p:blipFill>
          <p:spPr>
            <a:xfrm flipH="1">
              <a:off x="5655233" y="2733018"/>
              <a:ext cx="1150761" cy="887079"/>
            </a:xfrm>
            <a:prstGeom prst="rect">
              <a:avLst/>
            </a:prstGeom>
          </p:spPr>
        </p:pic>
        <p:cxnSp>
          <p:nvCxnSpPr>
            <p:cNvPr id="69" name="Curved Connector 68">
              <a:extLst>
                <a:ext uri="{FF2B5EF4-FFF2-40B4-BE49-F238E27FC236}">
                  <a16:creationId xmlns:a16="http://schemas.microsoft.com/office/drawing/2014/main" id="{71728A5F-E14F-00B5-06AD-0E40C9F021A8}"/>
                </a:ext>
              </a:extLst>
            </p:cNvPr>
            <p:cNvCxnSpPr>
              <a:cxnSpLocks/>
              <a:endCxn id="68" idx="3"/>
            </p:cNvCxnSpPr>
            <p:nvPr/>
          </p:nvCxnSpPr>
          <p:spPr>
            <a:xfrm rot="16200000" flipH="1">
              <a:off x="4788138" y="2309462"/>
              <a:ext cx="952041" cy="782150"/>
            </a:xfrm>
            <a:prstGeom prst="curvedConnector2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F70B6665-68AB-074E-9AA9-607436152BA3}"/>
                    </a:ext>
                  </a:extLst>
                </p:cNvPr>
                <p:cNvSpPr txBox="1"/>
                <p:nvPr/>
              </p:nvSpPr>
              <p:spPr>
                <a:xfrm>
                  <a:off x="-302801" y="1978684"/>
                  <a:ext cx="128944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𝐵𝑒𝑡𝑎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i="1" dirty="0"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</mc:Choice>
          <mc:Fallback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F70B6665-68AB-074E-9AA9-607436152B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02801" y="1978684"/>
                  <a:ext cx="1289440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" name="Google Shape;6216;p61">
              <a:extLst>
                <a:ext uri="{FF2B5EF4-FFF2-40B4-BE49-F238E27FC236}">
                  <a16:creationId xmlns:a16="http://schemas.microsoft.com/office/drawing/2014/main" id="{57756B53-8C19-724C-3B69-0764A925674C}"/>
                </a:ext>
              </a:extLst>
            </p:cNvPr>
            <p:cNvSpPr/>
            <p:nvPr/>
          </p:nvSpPr>
          <p:spPr>
            <a:xfrm>
              <a:off x="-501992" y="1427114"/>
              <a:ext cx="245845" cy="249948"/>
            </a:xfrm>
            <a:prstGeom prst="ellipse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100"/>
              </a:pPr>
              <a:endParaRPr lang="en-US" sz="1600" baseline="-250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86" name="Google Shape;6218;p61">
              <a:extLst>
                <a:ext uri="{FF2B5EF4-FFF2-40B4-BE49-F238E27FC236}">
                  <a16:creationId xmlns:a16="http://schemas.microsoft.com/office/drawing/2014/main" id="{D8691D28-2209-D0A2-6AAE-E5FB6B51B146}"/>
                </a:ext>
              </a:extLst>
            </p:cNvPr>
            <p:cNvCxnSpPr>
              <a:cxnSpLocks/>
              <a:stCxn id="24" idx="6"/>
              <a:endCxn id="85" idx="2"/>
            </p:cNvCxnSpPr>
            <p:nvPr/>
          </p:nvCxnSpPr>
          <p:spPr>
            <a:xfrm>
              <a:off x="-968137" y="507767"/>
              <a:ext cx="466145" cy="1044321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" name="Google Shape;6218;p61">
              <a:extLst>
                <a:ext uri="{FF2B5EF4-FFF2-40B4-BE49-F238E27FC236}">
                  <a16:creationId xmlns:a16="http://schemas.microsoft.com/office/drawing/2014/main" id="{95342FCE-4692-AABB-9F58-37507AC3FF07}"/>
                </a:ext>
              </a:extLst>
            </p:cNvPr>
            <p:cNvCxnSpPr>
              <a:cxnSpLocks/>
              <a:stCxn id="25" idx="6"/>
              <a:endCxn id="85" idx="2"/>
            </p:cNvCxnSpPr>
            <p:nvPr/>
          </p:nvCxnSpPr>
          <p:spPr>
            <a:xfrm>
              <a:off x="-968898" y="886487"/>
              <a:ext cx="466906" cy="665601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" name="Google Shape;6218;p61">
              <a:extLst>
                <a:ext uri="{FF2B5EF4-FFF2-40B4-BE49-F238E27FC236}">
                  <a16:creationId xmlns:a16="http://schemas.microsoft.com/office/drawing/2014/main" id="{E994379A-0CC9-3632-4660-970AFF5D09EB}"/>
                </a:ext>
              </a:extLst>
            </p:cNvPr>
            <p:cNvCxnSpPr>
              <a:cxnSpLocks/>
              <a:stCxn id="26" idx="6"/>
              <a:endCxn id="85" idx="2"/>
            </p:cNvCxnSpPr>
            <p:nvPr/>
          </p:nvCxnSpPr>
          <p:spPr>
            <a:xfrm>
              <a:off x="-968813" y="1545378"/>
              <a:ext cx="466821" cy="671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" name="Google Shape;6218;p61">
              <a:extLst>
                <a:ext uri="{FF2B5EF4-FFF2-40B4-BE49-F238E27FC236}">
                  <a16:creationId xmlns:a16="http://schemas.microsoft.com/office/drawing/2014/main" id="{9E3A5F9B-F6A2-8221-2114-03C1EC459311}"/>
                </a:ext>
              </a:extLst>
            </p:cNvPr>
            <p:cNvCxnSpPr>
              <a:cxnSpLocks/>
              <a:stCxn id="95" idx="6"/>
              <a:endCxn id="85" idx="2"/>
            </p:cNvCxnSpPr>
            <p:nvPr/>
          </p:nvCxnSpPr>
          <p:spPr>
            <a:xfrm flipV="1">
              <a:off x="-968644" y="1552088"/>
              <a:ext cx="466652" cy="426597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0" name="Rounded Rectangle 109">
              <a:extLst>
                <a:ext uri="{FF2B5EF4-FFF2-40B4-BE49-F238E27FC236}">
                  <a16:creationId xmlns:a16="http://schemas.microsoft.com/office/drawing/2014/main" id="{E2CB5737-468E-1891-C9D1-91822789B9E7}"/>
                </a:ext>
              </a:extLst>
            </p:cNvPr>
            <p:cNvSpPr/>
            <p:nvPr/>
          </p:nvSpPr>
          <p:spPr>
            <a:xfrm>
              <a:off x="1184731" y="950612"/>
              <a:ext cx="1468310" cy="639576"/>
            </a:xfrm>
            <a:prstGeom prst="roundRect">
              <a:avLst>
                <a:gd name="adj" fmla="val 3836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Policy</a:t>
              </a:r>
              <a:r>
                <a:rPr lang="zh-CN" altLang="en-US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Action</a:t>
              </a:r>
              <a:r>
                <a:rPr lang="zh-CN" altLang="en-US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Box</a:t>
              </a:r>
              <a:endPara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1" name="Google Shape;6216;p61">
              <a:extLst>
                <a:ext uri="{FF2B5EF4-FFF2-40B4-BE49-F238E27FC236}">
                  <a16:creationId xmlns:a16="http://schemas.microsoft.com/office/drawing/2014/main" id="{2B556DB6-DDCC-6B09-2479-EC780709A43D}"/>
                </a:ext>
              </a:extLst>
            </p:cNvPr>
            <p:cNvSpPr/>
            <p:nvPr/>
          </p:nvSpPr>
          <p:spPr>
            <a:xfrm>
              <a:off x="-496747" y="4046831"/>
              <a:ext cx="245845" cy="249948"/>
            </a:xfrm>
            <a:prstGeom prst="ellipse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100"/>
              </a:pPr>
              <a:endParaRPr lang="en-US" sz="1600" baseline="-250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20" name="Google Shape;6218;p61">
              <a:extLst>
                <a:ext uri="{FF2B5EF4-FFF2-40B4-BE49-F238E27FC236}">
                  <a16:creationId xmlns:a16="http://schemas.microsoft.com/office/drawing/2014/main" id="{5EEF293E-531F-FD44-8620-4F2A18B3E946}"/>
                </a:ext>
              </a:extLst>
            </p:cNvPr>
            <p:cNvCxnSpPr>
              <a:cxnSpLocks/>
              <a:stCxn id="326" idx="6"/>
              <a:endCxn id="111" idx="2"/>
            </p:cNvCxnSpPr>
            <p:nvPr/>
          </p:nvCxnSpPr>
          <p:spPr>
            <a:xfrm>
              <a:off x="-950610" y="3158527"/>
              <a:ext cx="453863" cy="1013278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" name="Google Shape;6218;p61">
              <a:extLst>
                <a:ext uri="{FF2B5EF4-FFF2-40B4-BE49-F238E27FC236}">
                  <a16:creationId xmlns:a16="http://schemas.microsoft.com/office/drawing/2014/main" id="{8A2B7F00-A3DC-2AA7-EF56-468835D9364D}"/>
                </a:ext>
              </a:extLst>
            </p:cNvPr>
            <p:cNvCxnSpPr>
              <a:cxnSpLocks/>
              <a:stCxn id="327" idx="6"/>
              <a:endCxn id="111" idx="2"/>
            </p:cNvCxnSpPr>
            <p:nvPr/>
          </p:nvCxnSpPr>
          <p:spPr>
            <a:xfrm>
              <a:off x="-951371" y="3537247"/>
              <a:ext cx="454624" cy="634558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" name="Google Shape;6218;p61">
              <a:extLst>
                <a:ext uri="{FF2B5EF4-FFF2-40B4-BE49-F238E27FC236}">
                  <a16:creationId xmlns:a16="http://schemas.microsoft.com/office/drawing/2014/main" id="{E24B14E3-4868-B005-8133-6AB0C9D1BAD6}"/>
                </a:ext>
              </a:extLst>
            </p:cNvPr>
            <p:cNvCxnSpPr>
              <a:cxnSpLocks/>
              <a:stCxn id="328" idx="6"/>
              <a:endCxn id="111" idx="2"/>
            </p:cNvCxnSpPr>
            <p:nvPr/>
          </p:nvCxnSpPr>
          <p:spPr>
            <a:xfrm flipV="1">
              <a:off x="-951286" y="4171805"/>
              <a:ext cx="454539" cy="24333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" name="Google Shape;6218;p61">
              <a:extLst>
                <a:ext uri="{FF2B5EF4-FFF2-40B4-BE49-F238E27FC236}">
                  <a16:creationId xmlns:a16="http://schemas.microsoft.com/office/drawing/2014/main" id="{7067F35C-29A4-6BBE-29D1-49433AAEE35A}"/>
                </a:ext>
              </a:extLst>
            </p:cNvPr>
            <p:cNvCxnSpPr>
              <a:cxnSpLocks/>
              <a:stCxn id="347" idx="6"/>
              <a:endCxn id="111" idx="2"/>
            </p:cNvCxnSpPr>
            <p:nvPr/>
          </p:nvCxnSpPr>
          <p:spPr>
            <a:xfrm flipV="1">
              <a:off x="-951117" y="4171805"/>
              <a:ext cx="454370" cy="45764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DD8A271-EE1E-D1BC-0CA2-3BA46BCFB7B3}"/>
                </a:ext>
              </a:extLst>
            </p:cNvPr>
            <p:cNvSpPr txBox="1"/>
            <p:nvPr/>
          </p:nvSpPr>
          <p:spPr>
            <a:xfrm>
              <a:off x="-662090" y="3660232"/>
              <a:ext cx="6354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i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···</a:t>
              </a:r>
              <a:endParaRPr lang="en-US" sz="18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00E54B35-9915-4612-FB14-5BF492C12C25}"/>
                </a:ext>
              </a:extLst>
            </p:cNvPr>
            <p:cNvSpPr txBox="1"/>
            <p:nvPr/>
          </p:nvSpPr>
          <p:spPr>
            <a:xfrm>
              <a:off x="658602" y="-11687"/>
              <a:ext cx="2113923" cy="369332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94000">
                  <a:schemeClr val="accent1">
                    <a:lumMod val="41000"/>
                    <a:lumOff val="59000"/>
                  </a:schemeClr>
                </a:gs>
              </a:gsLst>
              <a:lin ang="0" scaled="1"/>
              <a:tileRect/>
            </a:gradFill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Actor</a:t>
              </a:r>
              <a:r>
                <a:rPr lang="zh-CN" altLang="en-US" sz="1800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networks</a:t>
              </a:r>
              <a:endParaRPr lang="en-US" sz="1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CCB294B-9AF3-9C5B-78D4-69DC803585AC}"/>
                </a:ext>
              </a:extLst>
            </p:cNvPr>
            <p:cNvSpPr txBox="1"/>
            <p:nvPr/>
          </p:nvSpPr>
          <p:spPr>
            <a:xfrm>
              <a:off x="658602" y="2673216"/>
              <a:ext cx="2099683" cy="369332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97000">
                  <a:schemeClr val="accent1">
                    <a:lumMod val="41000"/>
                    <a:lumOff val="59000"/>
                  </a:schemeClr>
                </a:gs>
              </a:gsLst>
              <a:lin ang="0" scaled="1"/>
              <a:tileRect/>
            </a:gra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>
                  <a:latin typeface="Consolas" panose="020B0609020204030204" pitchFamily="49" charset="0"/>
                  <a:cs typeface="Consolas" panose="020B0609020204030204" pitchFamily="49" charset="0"/>
                </a:defRPr>
              </a:lvl1pPr>
            </a:lstStyle>
            <a:p>
              <a:r>
                <a:rPr lang="en-US" dirty="0"/>
                <a:t>Critic</a:t>
              </a:r>
              <a:r>
                <a:rPr lang="zh-CN" altLang="en-US" dirty="0"/>
                <a:t> </a:t>
              </a:r>
              <a:r>
                <a:rPr lang="en-US" altLang="zh-CN" dirty="0"/>
                <a:t>networks</a:t>
              </a:r>
              <a:endParaRPr lang="en-US" dirty="0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560A43EC-2FF3-5600-B1B8-5FAD95F8BC6F}"/>
                </a:ext>
              </a:extLst>
            </p:cNvPr>
            <p:cNvSpPr txBox="1"/>
            <p:nvPr/>
          </p:nvSpPr>
          <p:spPr>
            <a:xfrm>
              <a:off x="4098161" y="4629444"/>
              <a:ext cx="2657033" cy="369332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97000">
                  <a:schemeClr val="accent1">
                    <a:lumMod val="41000"/>
                    <a:lumOff val="59000"/>
                  </a:schemeClr>
                </a:gs>
              </a:gsLst>
              <a:lin ang="0" scaled="1"/>
              <a:tileRect/>
            </a:gra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>
                  <a:latin typeface="Consolas" panose="020B0609020204030204" pitchFamily="49" charset="0"/>
                  <a:cs typeface="Consolas" panose="020B0609020204030204" pitchFamily="49" charset="0"/>
                </a:defRPr>
              </a:lvl1pPr>
            </a:lstStyle>
            <a:p>
              <a:pPr algn="r"/>
              <a:r>
                <a:rPr lang="en-US" dirty="0"/>
                <a:t>Safety Projection</a:t>
              </a:r>
              <a:endParaRPr lang="en-US" altLang="zh-CN" dirty="0"/>
            </a:p>
          </p:txBody>
        </p:sp>
        <p:pic>
          <p:nvPicPr>
            <p:cNvPr id="172" name="Picture 171">
              <a:extLst>
                <a:ext uri="{FF2B5EF4-FFF2-40B4-BE49-F238E27FC236}">
                  <a16:creationId xmlns:a16="http://schemas.microsoft.com/office/drawing/2014/main" id="{504EFAC2-3493-4E24-EC39-C7B9925866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harpenSoften amount="-50000"/>
                      </a14:imgEffect>
                      <a14:imgEffect>
                        <a14:brightnessContrast brigh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16722" y="4749234"/>
              <a:ext cx="708553" cy="708553"/>
            </a:xfrm>
            <a:prstGeom prst="rect">
              <a:avLst/>
            </a:prstGeom>
          </p:spPr>
        </p:pic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7577C941-4483-632B-5203-85F08BCA4753}"/>
                </a:ext>
              </a:extLst>
            </p:cNvPr>
            <p:cNvSpPr txBox="1"/>
            <p:nvPr/>
          </p:nvSpPr>
          <p:spPr>
            <a:xfrm>
              <a:off x="4631293" y="-17345"/>
              <a:ext cx="2017386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27-D observation </a:t>
              </a:r>
            </a:p>
            <a:p>
              <a:pPr marL="285750" lvl="0" indent="-285750">
                <a:buFontTx/>
                <a:buChar char="-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Own ship state.</a:t>
              </a:r>
            </a:p>
            <a:p>
              <a:pPr marL="285750" lvl="0" indent="-285750">
                <a:buFontTx/>
                <a:buChar char="-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Target ship state.</a:t>
              </a:r>
            </a:p>
            <a:p>
              <a:pPr marL="285750" lvl="0" indent="-285750">
                <a:buFontTx/>
                <a:buChar char="-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Four-sector traffic.</a:t>
              </a:r>
            </a:p>
            <a:p>
              <a:pPr marL="285750" lvl="0" indent="-285750">
                <a:buFontTx/>
                <a:buChar char="-"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Terminal flags.</a:t>
              </a:r>
            </a:p>
          </p:txBody>
        </p:sp>
        <p:sp>
          <p:nvSpPr>
            <p:cNvPr id="199" name="Right Brace 198">
              <a:extLst>
                <a:ext uri="{FF2B5EF4-FFF2-40B4-BE49-F238E27FC236}">
                  <a16:creationId xmlns:a16="http://schemas.microsoft.com/office/drawing/2014/main" id="{B3EFF163-625B-825B-404E-5032FEEE8C8D}"/>
                </a:ext>
              </a:extLst>
            </p:cNvPr>
            <p:cNvSpPr/>
            <p:nvPr/>
          </p:nvSpPr>
          <p:spPr>
            <a:xfrm>
              <a:off x="6944572" y="578235"/>
              <a:ext cx="345299" cy="1652336"/>
            </a:xfrm>
            <a:prstGeom prst="rightBrace">
              <a:avLst>
                <a:gd name="adj1" fmla="val 64651"/>
                <a:gd name="adj2" fmla="val 5000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5" name="TextBox 424">
              <a:extLst>
                <a:ext uri="{FF2B5EF4-FFF2-40B4-BE49-F238E27FC236}">
                  <a16:creationId xmlns:a16="http://schemas.microsoft.com/office/drawing/2014/main" id="{D39615BE-6DD3-AAB7-E04F-589048ECAD4C}"/>
                </a:ext>
              </a:extLst>
            </p:cNvPr>
            <p:cNvSpPr txBox="1"/>
            <p:nvPr/>
          </p:nvSpPr>
          <p:spPr>
            <a:xfrm>
              <a:off x="8453552" y="112460"/>
              <a:ext cx="2851309" cy="369332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97000">
                  <a:schemeClr val="accent1">
                    <a:lumMod val="41000"/>
                    <a:lumOff val="59000"/>
                  </a:schemeClr>
                </a:gs>
              </a:gsLst>
              <a:lin ang="0" scaled="1"/>
              <a:tileRect/>
            </a:gra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>
                  <a:latin typeface="Consolas" panose="020B0609020204030204" pitchFamily="49" charset="0"/>
                  <a:cs typeface="Consolas" panose="020B0609020204030204" pitchFamily="49" charset="0"/>
                </a:defRPr>
              </a:lvl1pPr>
            </a:lstStyle>
            <a:p>
              <a:r>
                <a:rPr lang="en-US" dirty="0"/>
                <a:t>Emergency state</a:t>
              </a:r>
            </a:p>
          </p:txBody>
        </p:sp>
        <p:sp>
          <p:nvSpPr>
            <p:cNvPr id="567" name="Rounded Rectangle 566">
              <a:extLst>
                <a:ext uri="{FF2B5EF4-FFF2-40B4-BE49-F238E27FC236}">
                  <a16:creationId xmlns:a16="http://schemas.microsoft.com/office/drawing/2014/main" id="{FF17DC2A-CEC1-8E94-24E4-601D48A412AC}"/>
                </a:ext>
              </a:extLst>
            </p:cNvPr>
            <p:cNvSpPr/>
            <p:nvPr/>
          </p:nvSpPr>
          <p:spPr>
            <a:xfrm>
              <a:off x="8079721" y="-147739"/>
              <a:ext cx="6223701" cy="4170704"/>
            </a:xfrm>
            <a:prstGeom prst="roundRect">
              <a:avLst>
                <a:gd name="adj" fmla="val 2831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28" name="Rounded Rectangle 627">
              <a:extLst>
                <a:ext uri="{FF2B5EF4-FFF2-40B4-BE49-F238E27FC236}">
                  <a16:creationId xmlns:a16="http://schemas.microsoft.com/office/drawing/2014/main" id="{01539E32-D486-9C13-5893-3ADEF5032A54}"/>
                </a:ext>
              </a:extLst>
            </p:cNvPr>
            <p:cNvSpPr/>
            <p:nvPr/>
          </p:nvSpPr>
          <p:spPr>
            <a:xfrm>
              <a:off x="-2274701" y="-604765"/>
              <a:ext cx="5130290" cy="357269"/>
            </a:xfrm>
            <a:prstGeom prst="round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Continues-PPO</a:t>
              </a:r>
              <a:endPara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54" name="Rounded Rectangle 453">
              <a:extLst>
                <a:ext uri="{FF2B5EF4-FFF2-40B4-BE49-F238E27FC236}">
                  <a16:creationId xmlns:a16="http://schemas.microsoft.com/office/drawing/2014/main" id="{08FA02CE-63B7-708F-B88F-6955B9C27844}"/>
                </a:ext>
              </a:extLst>
            </p:cNvPr>
            <p:cNvSpPr/>
            <p:nvPr/>
          </p:nvSpPr>
          <p:spPr>
            <a:xfrm>
              <a:off x="8079720" y="-629003"/>
              <a:ext cx="6231835" cy="353857"/>
            </a:xfrm>
            <a:prstGeom prst="round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Projection</a:t>
              </a:r>
              <a:r>
                <a:rPr lang="en-US" altLang="zh-CN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-Based Safety Shield</a:t>
              </a:r>
              <a:endPara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74" name="Rounded Rectangle 473">
              <a:extLst>
                <a:ext uri="{FF2B5EF4-FFF2-40B4-BE49-F238E27FC236}">
                  <a16:creationId xmlns:a16="http://schemas.microsoft.com/office/drawing/2014/main" id="{48166BED-B4F7-3015-0C0E-BE8C4563FE70}"/>
                </a:ext>
              </a:extLst>
            </p:cNvPr>
            <p:cNvSpPr/>
            <p:nvPr/>
          </p:nvSpPr>
          <p:spPr>
            <a:xfrm>
              <a:off x="4098162" y="4504471"/>
              <a:ext cx="2762492" cy="1238766"/>
            </a:xfrm>
            <a:prstGeom prst="roundRect">
              <a:avLst>
                <a:gd name="adj" fmla="val 2269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451" name="Straight Arrow Connector 450">
              <a:extLst>
                <a:ext uri="{FF2B5EF4-FFF2-40B4-BE49-F238E27FC236}">
                  <a16:creationId xmlns:a16="http://schemas.microsoft.com/office/drawing/2014/main" id="{38A0CC83-B1AD-3AF0-CD85-9981A2AEB110}"/>
                </a:ext>
              </a:extLst>
            </p:cNvPr>
            <p:cNvCxnSpPr>
              <a:cxnSpLocks/>
              <a:endCxn id="474" idx="3"/>
            </p:cNvCxnSpPr>
            <p:nvPr/>
          </p:nvCxnSpPr>
          <p:spPr>
            <a:xfrm flipH="1">
              <a:off x="6860654" y="5123854"/>
              <a:ext cx="1216546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38791CAD-8A94-76F8-B3E7-15F92E990E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23281" y="2305890"/>
              <a:ext cx="925936" cy="92593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1" name="Rounded Rectangle 460">
                  <a:extLst>
                    <a:ext uri="{FF2B5EF4-FFF2-40B4-BE49-F238E27FC236}">
                      <a16:creationId xmlns:a16="http://schemas.microsoft.com/office/drawing/2014/main" id="{51B746E0-35CB-AD84-5E94-B9F88E0C837D}"/>
                    </a:ext>
                  </a:extLst>
                </p:cNvPr>
                <p:cNvSpPr/>
                <p:nvPr/>
              </p:nvSpPr>
              <p:spPr>
                <a:xfrm>
                  <a:off x="9338581" y="3548308"/>
                  <a:ext cx="2065277" cy="329117"/>
                </a:xfrm>
                <a:prstGeom prst="roundRect">
                  <a:avLst>
                    <a:gd name="adj" fmla="val 16395"/>
                  </a:avLst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rPr>
                    <a:t>If</a:t>
                  </a:r>
                  <a:r>
                    <a:rPr lang="zh-CN" altLang="en-US" dirty="0">
                      <a:solidFill>
                        <a:schemeClr val="tx1"/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𝒫</m:t>
                      </m:r>
                      <m:r>
                        <a:rPr lang="en-US" altLang="zh-CN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=∅</m:t>
                      </m:r>
                    </m:oMath>
                  </a14:m>
                  <a:endParaRPr lang="en-US" dirty="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</mc:Choice>
          <mc:Fallback>
            <p:sp>
              <p:nvSpPr>
                <p:cNvPr id="461" name="Rounded Rectangle 460">
                  <a:extLst>
                    <a:ext uri="{FF2B5EF4-FFF2-40B4-BE49-F238E27FC236}">
                      <a16:creationId xmlns:a16="http://schemas.microsoft.com/office/drawing/2014/main" id="{51B746E0-35CB-AD84-5E94-B9F88E0C83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8581" y="3548308"/>
                  <a:ext cx="2065277" cy="329117"/>
                </a:xfrm>
                <a:prstGeom prst="roundRect">
                  <a:avLst>
                    <a:gd name="adj" fmla="val 16395"/>
                  </a:avLst>
                </a:prstGeom>
                <a:blipFill>
                  <a:blip r:embed="rId10"/>
                  <a:stretch>
                    <a:fillRect t="-6897" b="-275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0B8BAEBB-4C53-ADC9-8FBB-AE1BEFE6AF3A}"/>
                    </a:ext>
                  </a:extLst>
                </p:cNvPr>
                <p:cNvSpPr txBox="1"/>
                <p:nvPr/>
              </p:nvSpPr>
              <p:spPr>
                <a:xfrm>
                  <a:off x="9145231" y="532372"/>
                  <a:ext cx="204220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𝐼𝑓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</m:ctrlPr>
                          </m:sSub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𝑒𝑚</m:t>
                            </m:r>
                          </m:sub>
                        </m:sSub>
                      </m:oMath>
                    </m:oMathPara>
                  </a14:m>
                  <a:endParaRPr lang="en-US" altLang="zh-CN" i="1" dirty="0"/>
                </a:p>
              </p:txBody>
            </p:sp>
          </mc:Choice>
          <mc:Fallback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0B8BAEBB-4C53-ADC9-8FBB-AE1BEFE6AF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5231" y="532372"/>
                  <a:ext cx="2042206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1242" b="-129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349D2F0C-32CF-63EC-9517-B9EF480D78C0}"/>
                </a:ext>
              </a:extLst>
            </p:cNvPr>
            <p:cNvSpPr/>
            <p:nvPr/>
          </p:nvSpPr>
          <p:spPr>
            <a:xfrm>
              <a:off x="12575424" y="1437275"/>
              <a:ext cx="1172829" cy="1193944"/>
            </a:xfrm>
            <a:prstGeom prst="ellipse">
              <a:avLst/>
            </a:prstGeom>
            <a:solidFill>
              <a:schemeClr val="accent5">
                <a:lumMod val="20000"/>
                <a:lumOff val="8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556298F-9CF4-9818-EF01-E0B29EEFB4E7}"/>
                </a:ext>
              </a:extLst>
            </p:cNvPr>
            <p:cNvSpPr/>
            <p:nvPr/>
          </p:nvSpPr>
          <p:spPr>
            <a:xfrm>
              <a:off x="12148275" y="2021596"/>
              <a:ext cx="1172829" cy="1193944"/>
            </a:xfrm>
            <a:prstGeom prst="ellipse">
              <a:avLst/>
            </a:prstGeom>
            <a:solidFill>
              <a:schemeClr val="tx2">
                <a:lumMod val="10000"/>
                <a:lumOff val="9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8" name="Oval 447">
              <a:extLst>
                <a:ext uri="{FF2B5EF4-FFF2-40B4-BE49-F238E27FC236}">
                  <a16:creationId xmlns:a16="http://schemas.microsoft.com/office/drawing/2014/main" id="{FC5945D4-81AA-1357-B605-56FA630FE7BD}"/>
                </a:ext>
              </a:extLst>
            </p:cNvPr>
            <p:cNvSpPr/>
            <p:nvPr/>
          </p:nvSpPr>
          <p:spPr>
            <a:xfrm>
              <a:off x="12927497" y="2045830"/>
              <a:ext cx="1172829" cy="119394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  <a:alpha val="3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C21B205-CC0C-EDEB-8ADE-D1C1660BCF13}"/>
                </a:ext>
              </a:extLst>
            </p:cNvPr>
            <p:cNvSpPr txBox="1"/>
            <p:nvPr/>
          </p:nvSpPr>
          <p:spPr>
            <a:xfrm>
              <a:off x="8341393" y="1363167"/>
              <a:ext cx="2951766" cy="369332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97000">
                  <a:schemeClr val="accent1">
                    <a:lumMod val="41000"/>
                    <a:lumOff val="59000"/>
                  </a:schemeClr>
                </a:gs>
              </a:gsLst>
              <a:lin ang="0" scaled="1"/>
              <a:tileRect/>
            </a:gra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>
                  <a:latin typeface="Consolas" panose="020B0609020204030204" pitchFamily="49" charset="0"/>
                  <a:cs typeface="Consolas" panose="020B0609020204030204" pitchFamily="49" charset="0"/>
                </a:defRPr>
              </a:lvl1pPr>
            </a:lstStyle>
            <a:p>
              <a:r>
                <a:rPr lang="en-US" dirty="0"/>
                <a:t>Normal</a:t>
              </a:r>
              <a:r>
                <a:rPr lang="zh-CN" altLang="en-US" dirty="0"/>
                <a:t> </a:t>
              </a:r>
              <a:r>
                <a:rPr lang="en-US" altLang="zh-CN" dirty="0"/>
                <a:t>state</a:t>
              </a:r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4CE828F0-0C93-E8D6-4A2E-08B49E67319F}"/>
                    </a:ext>
                  </a:extLst>
                </p:cNvPr>
                <p:cNvSpPr txBox="1"/>
                <p:nvPr/>
              </p:nvSpPr>
              <p:spPr>
                <a:xfrm>
                  <a:off x="11821664" y="4352307"/>
                  <a:ext cx="2404674" cy="369332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97000">
                      <a:schemeClr val="accent1">
                        <a:lumMod val="41000"/>
                        <a:lumOff val="59000"/>
                      </a:schemeClr>
                    </a:gs>
                  </a:gsLst>
                  <a:lin ang="0" scaled="1"/>
                  <a:tileRect/>
                </a:gradFill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algn="ctr">
                    <a:defRPr>
                      <a:latin typeface="Consolas" panose="020B0609020204030204" pitchFamily="49" charset="0"/>
                      <a:cs typeface="Consolas" panose="020B0609020204030204" pitchFamily="49" charset="0"/>
                    </a:defRPr>
                  </a:lvl1pPr>
                </a:lstStyle>
                <a:p>
                  <a:r>
                    <a:rPr lang="en-US" dirty="0"/>
                    <a:t>Safe Action Set</a:t>
                  </a:r>
                  <a:r>
                    <a:rPr lang="zh-CN" alt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b="0" i="1" dirty="0"/>
                        <m:t>𝒫</m:t>
                      </m:r>
                    </m:oMath>
                  </a14:m>
                  <a:endParaRPr lang="en-US" altLang="zh-CN" dirty="0"/>
                </a:p>
              </p:txBody>
            </p:sp>
          </mc:Choice>
          <mc:Fallback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4CE828F0-0C93-E8D6-4A2E-08B49E6731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21664" y="4352307"/>
                  <a:ext cx="2404674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1047" t="-666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A21C1AAD-3951-8F9D-6C7E-EB8C97308D22}"/>
                </a:ext>
              </a:extLst>
            </p:cNvPr>
            <p:cNvGrpSpPr/>
            <p:nvPr/>
          </p:nvGrpSpPr>
          <p:grpSpPr>
            <a:xfrm>
              <a:off x="13535826" y="2614183"/>
              <a:ext cx="708417" cy="676057"/>
              <a:chOff x="981910" y="3415180"/>
              <a:chExt cx="708417" cy="676057"/>
            </a:xfrm>
          </p:grpSpPr>
          <p:sp>
            <p:nvSpPr>
              <p:cNvPr id="223" name="Oval 222">
                <a:extLst>
                  <a:ext uri="{FF2B5EF4-FFF2-40B4-BE49-F238E27FC236}">
                    <a16:creationId xmlns:a16="http://schemas.microsoft.com/office/drawing/2014/main" id="{9BB9E421-8A98-76D5-2B65-9EF254CCAD79}"/>
                  </a:ext>
                </a:extLst>
              </p:cNvPr>
              <p:cNvSpPr/>
              <p:nvPr/>
            </p:nvSpPr>
            <p:spPr>
              <a:xfrm>
                <a:off x="1014270" y="3415180"/>
                <a:ext cx="676057" cy="676057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 i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4" name="TextBox 223">
                    <a:extLst>
                      <a:ext uri="{FF2B5EF4-FFF2-40B4-BE49-F238E27FC236}">
                        <a16:creationId xmlns:a16="http://schemas.microsoft.com/office/drawing/2014/main" id="{4FB66A43-39FC-58B3-16A9-FD71D4A1AC56}"/>
                      </a:ext>
                    </a:extLst>
                  </p:cNvPr>
                  <p:cNvSpPr txBox="1"/>
                  <p:nvPr/>
                </p:nvSpPr>
                <p:spPr>
                  <a:xfrm>
                    <a:off x="981910" y="3536038"/>
                    <a:ext cx="687397" cy="46102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𝑝𝑡</m:t>
                              </m:r>
                            </m:sub>
                          </m:sSub>
                        </m:oMath>
                      </m:oMathPara>
                    </a14:m>
                    <a:endParaRPr lang="en-US" sz="2200" i="1" dirty="0">
                      <a:solidFill>
                        <a:schemeClr val="tx1"/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endParaRPr>
                  </a:p>
                </p:txBody>
              </p:sp>
            </mc:Choice>
            <mc:Fallback xmlns="">
              <p:sp>
                <p:nvSpPr>
                  <p:cNvPr id="224" name="TextBox 223">
                    <a:extLst>
                      <a:ext uri="{FF2B5EF4-FFF2-40B4-BE49-F238E27FC236}">
                        <a16:creationId xmlns:a16="http://schemas.microsoft.com/office/drawing/2014/main" id="{4FB66A43-39FC-58B3-16A9-FD71D4A1AC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1910" y="3536038"/>
                    <a:ext cx="687397" cy="46102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540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6D18DAFE-C14F-8204-5178-E6FBD5D7F2ED}"/>
                </a:ext>
              </a:extLst>
            </p:cNvPr>
            <p:cNvGrpSpPr/>
            <p:nvPr/>
          </p:nvGrpSpPr>
          <p:grpSpPr>
            <a:xfrm>
              <a:off x="12797551" y="1171076"/>
              <a:ext cx="676057" cy="676057"/>
              <a:chOff x="1014270" y="3415180"/>
              <a:chExt cx="676057" cy="676057"/>
            </a:xfrm>
          </p:grpSpPr>
          <p:sp>
            <p:nvSpPr>
              <p:cNvPr id="242" name="Oval 241">
                <a:extLst>
                  <a:ext uri="{FF2B5EF4-FFF2-40B4-BE49-F238E27FC236}">
                    <a16:creationId xmlns:a16="http://schemas.microsoft.com/office/drawing/2014/main" id="{495BFE80-F86A-37E3-248E-D4EB72187B41}"/>
                  </a:ext>
                </a:extLst>
              </p:cNvPr>
              <p:cNvSpPr/>
              <p:nvPr/>
            </p:nvSpPr>
            <p:spPr>
              <a:xfrm>
                <a:off x="1014270" y="3415180"/>
                <a:ext cx="676057" cy="676057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 i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3" name="TextBox 242">
                    <a:extLst>
                      <a:ext uri="{FF2B5EF4-FFF2-40B4-BE49-F238E27FC236}">
                        <a16:creationId xmlns:a16="http://schemas.microsoft.com/office/drawing/2014/main" id="{64A67356-27D8-4D99-1662-2D3C1A2E49CD}"/>
                      </a:ext>
                    </a:extLst>
                  </p:cNvPr>
                  <p:cNvSpPr txBox="1"/>
                  <p:nvPr/>
                </p:nvSpPr>
                <p:spPr>
                  <a:xfrm>
                    <a:off x="1150072" y="3498967"/>
                    <a:ext cx="533380" cy="45794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𝑐𝑓</m:t>
                              </m:r>
                            </m:sub>
                          </m:sSub>
                        </m:oMath>
                      </m:oMathPara>
                    </a14:m>
                    <a:endParaRPr lang="en-US" sz="2200" i="1" dirty="0">
                      <a:solidFill>
                        <a:schemeClr val="tx1"/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endParaRPr>
                  </a:p>
                </p:txBody>
              </p:sp>
            </mc:Choice>
            <mc:Fallback xmlns="">
              <p:sp>
                <p:nvSpPr>
                  <p:cNvPr id="243" name="TextBox 242">
                    <a:extLst>
                      <a:ext uri="{FF2B5EF4-FFF2-40B4-BE49-F238E27FC236}">
                        <a16:creationId xmlns:a16="http://schemas.microsoft.com/office/drawing/2014/main" id="{64A67356-27D8-4D99-1662-2D3C1A2E49C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50072" y="3498967"/>
                    <a:ext cx="533380" cy="457946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13953" b="-810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C558BEEA-A27C-C437-E20B-0417C5EA1A3C}"/>
                </a:ext>
              </a:extLst>
            </p:cNvPr>
            <p:cNvSpPr txBox="1"/>
            <p:nvPr/>
          </p:nvSpPr>
          <p:spPr>
            <a:xfrm>
              <a:off x="8285243" y="2400159"/>
              <a:ext cx="3117265" cy="369332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97000">
                  <a:schemeClr val="accent1">
                    <a:lumMod val="41000"/>
                    <a:lumOff val="59000"/>
                  </a:schemeClr>
                </a:gs>
              </a:gsLst>
              <a:lin ang="0" scaled="1"/>
              <a:tileRect/>
            </a:gra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r">
                <a:defRPr>
                  <a:latin typeface="Consolas" panose="020B0609020204030204" pitchFamily="49" charset="0"/>
                  <a:cs typeface="Consolas" panose="020B0609020204030204" pitchFamily="49" charset="0"/>
                </a:defRPr>
              </a:lvl1pPr>
            </a:lstStyle>
            <a:p>
              <a:r>
                <a:rPr lang="en-US" dirty="0"/>
                <a:t>No-collision constraint</a:t>
              </a:r>
            </a:p>
          </p:txBody>
        </p: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B8B5F3CC-A5E0-0DFE-1854-B987B716A52E}"/>
                </a:ext>
              </a:extLst>
            </p:cNvPr>
            <p:cNvGrpSpPr/>
            <p:nvPr/>
          </p:nvGrpSpPr>
          <p:grpSpPr>
            <a:xfrm>
              <a:off x="11888027" y="2563717"/>
              <a:ext cx="687397" cy="676057"/>
              <a:chOff x="1002930" y="3415180"/>
              <a:chExt cx="687397" cy="676057"/>
            </a:xfrm>
          </p:grpSpPr>
          <p:sp>
            <p:nvSpPr>
              <p:cNvPr id="237" name="Oval 236">
                <a:extLst>
                  <a:ext uri="{FF2B5EF4-FFF2-40B4-BE49-F238E27FC236}">
                    <a16:creationId xmlns:a16="http://schemas.microsoft.com/office/drawing/2014/main" id="{1984E585-F0C6-575B-546B-F9B6305D0233}"/>
                  </a:ext>
                </a:extLst>
              </p:cNvPr>
              <p:cNvSpPr/>
              <p:nvPr/>
            </p:nvSpPr>
            <p:spPr>
              <a:xfrm>
                <a:off x="1014270" y="3415180"/>
                <a:ext cx="676057" cy="676057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 i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8" name="TextBox 237">
                    <a:extLst>
                      <a:ext uri="{FF2B5EF4-FFF2-40B4-BE49-F238E27FC236}">
                        <a16:creationId xmlns:a16="http://schemas.microsoft.com/office/drawing/2014/main" id="{B0481BE6-4DA6-13B1-610A-EFE7244A9403}"/>
                      </a:ext>
                    </a:extLst>
                  </p:cNvPr>
                  <p:cNvSpPr txBox="1"/>
                  <p:nvPr/>
                </p:nvSpPr>
                <p:spPr>
                  <a:xfrm>
                    <a:off x="1002930" y="3530497"/>
                    <a:ext cx="687397" cy="43088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𝑏𝑜𝑥</m:t>
                              </m:r>
                            </m:sub>
                          </m:sSub>
                        </m:oMath>
                      </m:oMathPara>
                    </a14:m>
                    <a:endParaRPr lang="en-US" sz="2200" i="1" dirty="0">
                      <a:solidFill>
                        <a:schemeClr val="tx1"/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endParaRPr>
                  </a:p>
                </p:txBody>
              </p:sp>
            </mc:Choice>
            <mc:Fallback xmlns="">
              <p:sp>
                <p:nvSpPr>
                  <p:cNvPr id="238" name="TextBox 237">
                    <a:extLst>
                      <a:ext uri="{FF2B5EF4-FFF2-40B4-BE49-F238E27FC236}">
                        <a16:creationId xmlns:a16="http://schemas.microsoft.com/office/drawing/2014/main" id="{B0481BE6-4DA6-13B1-610A-EFE7244A94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2930" y="3530497"/>
                    <a:ext cx="687397" cy="43088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28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47170D2-B0CE-18E5-BA45-5319032D0B24}"/>
                </a:ext>
              </a:extLst>
            </p:cNvPr>
            <p:cNvSpPr txBox="1"/>
            <p:nvPr/>
          </p:nvSpPr>
          <p:spPr>
            <a:xfrm>
              <a:off x="9117432" y="2950654"/>
              <a:ext cx="2285076" cy="369332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97000">
                  <a:schemeClr val="accent1">
                    <a:lumMod val="41000"/>
                    <a:lumOff val="59000"/>
                  </a:schemeClr>
                </a:gs>
              </a:gsLst>
              <a:lin ang="0" scaled="1"/>
              <a:tileRect/>
            </a:gra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>
                  <a:latin typeface="Consolas" panose="020B0609020204030204" pitchFamily="49" charset="0"/>
                  <a:cs typeface="Consolas" panose="020B0609020204030204" pitchFamily="49" charset="0"/>
                </a:defRPr>
              </a:lvl1pPr>
            </a:lstStyle>
            <a:p>
              <a:pPr algn="r"/>
              <a:r>
                <a:rPr lang="en-US" dirty="0"/>
                <a:t>Actuator Limits</a:t>
              </a:r>
            </a:p>
          </p:txBody>
        </p:sp>
        <p:cxnSp>
          <p:nvCxnSpPr>
            <p:cNvPr id="460" name="Straight Arrow Connector 459">
              <a:extLst>
                <a:ext uri="{FF2B5EF4-FFF2-40B4-BE49-F238E27FC236}">
                  <a16:creationId xmlns:a16="http://schemas.microsoft.com/office/drawing/2014/main" id="{8BDB3515-6AA4-E75B-B500-5600CFF1B8C1}"/>
                </a:ext>
              </a:extLst>
            </p:cNvPr>
            <p:cNvCxnSpPr>
              <a:cxnSpLocks/>
              <a:stCxn id="31" idx="4"/>
            </p:cNvCxnSpPr>
            <p:nvPr/>
          </p:nvCxnSpPr>
          <p:spPr>
            <a:xfrm>
              <a:off x="13125638" y="2756477"/>
              <a:ext cx="0" cy="1564634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77" name="Rounded Rectangle 476">
              <a:extLst>
                <a:ext uri="{FF2B5EF4-FFF2-40B4-BE49-F238E27FC236}">
                  <a16:creationId xmlns:a16="http://schemas.microsoft.com/office/drawing/2014/main" id="{EEA84334-3FDC-DA9E-AF45-E2859F7423CC}"/>
                </a:ext>
              </a:extLst>
            </p:cNvPr>
            <p:cNvSpPr/>
            <p:nvPr/>
          </p:nvSpPr>
          <p:spPr>
            <a:xfrm>
              <a:off x="8406863" y="1268364"/>
              <a:ext cx="2974767" cy="949262"/>
            </a:xfrm>
            <a:prstGeom prst="roundRect">
              <a:avLst>
                <a:gd name="adj" fmla="val 736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82" name="Right Brace 481">
              <a:extLst>
                <a:ext uri="{FF2B5EF4-FFF2-40B4-BE49-F238E27FC236}">
                  <a16:creationId xmlns:a16="http://schemas.microsoft.com/office/drawing/2014/main" id="{4634FC1F-C93C-3C4B-1B36-C6E83C385449}"/>
                </a:ext>
              </a:extLst>
            </p:cNvPr>
            <p:cNvSpPr/>
            <p:nvPr/>
          </p:nvSpPr>
          <p:spPr>
            <a:xfrm>
              <a:off x="11509090" y="1286840"/>
              <a:ext cx="323937" cy="2044814"/>
            </a:xfrm>
            <a:prstGeom prst="rightBrace">
              <a:avLst>
                <a:gd name="adj1" fmla="val 64651"/>
                <a:gd name="adj2" fmla="val 48202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049F50B-070A-C5D1-FF11-E4FEF12BA8BA}"/>
                </a:ext>
              </a:extLst>
            </p:cNvPr>
            <p:cNvGrpSpPr/>
            <p:nvPr/>
          </p:nvGrpSpPr>
          <p:grpSpPr>
            <a:xfrm>
              <a:off x="12763451" y="2032104"/>
              <a:ext cx="724373" cy="724373"/>
              <a:chOff x="841380" y="3439893"/>
              <a:chExt cx="724373" cy="724373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CE8E417-5E8A-C1C9-9554-71303E3EEA94}"/>
                  </a:ext>
                </a:extLst>
              </p:cNvPr>
              <p:cNvSpPr/>
              <p:nvPr/>
            </p:nvSpPr>
            <p:spPr>
              <a:xfrm>
                <a:off x="841380" y="3439893"/>
                <a:ext cx="724373" cy="72437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 i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46F848FC-B59F-685E-7802-E4081D48B86E}"/>
                      </a:ext>
                    </a:extLst>
                  </p:cNvPr>
                  <p:cNvSpPr txBox="1"/>
                  <p:nvPr/>
                </p:nvSpPr>
                <p:spPr>
                  <a:xfrm>
                    <a:off x="1107927" y="3576705"/>
                    <a:ext cx="445151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4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𝒫</m:t>
                          </m:r>
                        </m:oMath>
                      </m:oMathPara>
                    </a14:m>
                    <a:endParaRPr lang="en-US" sz="2200" i="1" dirty="0">
                      <a:latin typeface="Consolas" panose="020B0609020204030204" pitchFamily="49" charset="0"/>
                      <a:cs typeface="Consolas" panose="020B0609020204030204" pitchFamily="49" charset="0"/>
                    </a:endParaRPr>
                  </a:p>
                </p:txBody>
              </p:sp>
            </mc:Choice>
            <mc:Fallback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46F848FC-B59F-685E-7802-E4081D48B86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07927" y="3576705"/>
                    <a:ext cx="445151" cy="461665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1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84" name="Straight Arrow Connector 483">
              <a:extLst>
                <a:ext uri="{FF2B5EF4-FFF2-40B4-BE49-F238E27FC236}">
                  <a16:creationId xmlns:a16="http://schemas.microsoft.com/office/drawing/2014/main" id="{DDB1B852-38E9-40B8-07DE-D62CE76D88CE}"/>
                </a:ext>
              </a:extLst>
            </p:cNvPr>
            <p:cNvCxnSpPr>
              <a:cxnSpLocks/>
              <a:endCxn id="461" idx="3"/>
            </p:cNvCxnSpPr>
            <p:nvPr/>
          </p:nvCxnSpPr>
          <p:spPr>
            <a:xfrm flipH="1">
              <a:off x="11403858" y="3694311"/>
              <a:ext cx="1705029" cy="18556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153DA47D-7BA8-9E7A-BD98-A00263C4EF27}"/>
                    </a:ext>
                  </a:extLst>
                </p:cNvPr>
                <p:cNvSpPr txBox="1"/>
                <p:nvPr/>
              </p:nvSpPr>
              <p:spPr>
                <a:xfrm>
                  <a:off x="8608865" y="1784604"/>
                  <a:ext cx="265547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𝐼𝑓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</m:ctrlPr>
                          </m:sSub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cs typeface="Consolas" panose="020B0609020204030204" pitchFamily="49" charset="0"/>
                          </a:rPr>
                          <m:t>, …</m:t>
                        </m:r>
                      </m:oMath>
                    </m:oMathPara>
                  </a14:m>
                  <a:endParaRPr lang="en-US" altLang="zh-CN" i="1" dirty="0"/>
                </a:p>
              </p:txBody>
            </p:sp>
          </mc:Choice>
          <mc:Fallback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153DA47D-7BA8-9E7A-BD98-A00263C4EF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8865" y="1784604"/>
                  <a:ext cx="2655476" cy="369332"/>
                </a:xfrm>
                <a:prstGeom prst="rect">
                  <a:avLst/>
                </a:prstGeom>
                <a:blipFill>
                  <a:blip r:embed="rId17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" name="Rounded Rectangle 87">
              <a:extLst>
                <a:ext uri="{FF2B5EF4-FFF2-40B4-BE49-F238E27FC236}">
                  <a16:creationId xmlns:a16="http://schemas.microsoft.com/office/drawing/2014/main" id="{A33928EE-6601-C90B-7D25-AFC840B44653}"/>
                </a:ext>
              </a:extLst>
            </p:cNvPr>
            <p:cNvSpPr/>
            <p:nvPr/>
          </p:nvSpPr>
          <p:spPr>
            <a:xfrm>
              <a:off x="8406863" y="0"/>
              <a:ext cx="2974767" cy="973219"/>
            </a:xfrm>
            <a:prstGeom prst="roundRect">
              <a:avLst>
                <a:gd name="adj" fmla="val 736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D60572BD-0E7F-231F-BB0C-0D6A8AE444E7}"/>
                </a:ext>
              </a:extLst>
            </p:cNvPr>
            <p:cNvCxnSpPr>
              <a:cxnSpLocks/>
              <a:stCxn id="199" idx="1"/>
            </p:cNvCxnSpPr>
            <p:nvPr/>
          </p:nvCxnSpPr>
          <p:spPr>
            <a:xfrm flipV="1">
              <a:off x="7289871" y="1375376"/>
              <a:ext cx="783725" cy="29027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C46ABAEB-F506-C17F-AF9B-FC51D3A63F50}"/>
                </a:ext>
              </a:extLst>
            </p:cNvPr>
            <p:cNvGrpSpPr/>
            <p:nvPr/>
          </p:nvGrpSpPr>
          <p:grpSpPr>
            <a:xfrm>
              <a:off x="7346935" y="1099994"/>
              <a:ext cx="576197" cy="576197"/>
              <a:chOff x="989556" y="3439893"/>
              <a:chExt cx="576197" cy="576197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F439D54-FDFE-32AE-25C0-3CE11A24D1B6}"/>
                  </a:ext>
                </a:extLst>
              </p:cNvPr>
              <p:cNvSpPr/>
              <p:nvPr/>
            </p:nvSpPr>
            <p:spPr>
              <a:xfrm>
                <a:off x="989556" y="3439893"/>
                <a:ext cx="576197" cy="576197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 i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E1F593D7-901A-1516-884B-C47155C3354D}"/>
                      </a:ext>
                    </a:extLst>
                  </p:cNvPr>
                  <p:cNvSpPr txBox="1"/>
                  <p:nvPr/>
                </p:nvSpPr>
                <p:spPr>
                  <a:xfrm>
                    <a:off x="1064713" y="3493428"/>
                    <a:ext cx="445151" cy="43088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acc>
                            <m:accPr>
                              <m:chr m:val="̃"/>
                              <m:ctrlPr>
                                <a:rPr lang="en-US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en-US" sz="2200" i="1" dirty="0">
                      <a:solidFill>
                        <a:schemeClr val="tx1"/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endParaRPr>
                  </a:p>
                </p:txBody>
              </p:sp>
            </mc:Choice>
            <mc:Fallback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E1F593D7-901A-1516-884B-C47155C3354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4713" y="3493428"/>
                    <a:ext cx="445151" cy="430887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1142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536" name="Picture 535">
              <a:extLst>
                <a:ext uri="{FF2B5EF4-FFF2-40B4-BE49-F238E27FC236}">
                  <a16:creationId xmlns:a16="http://schemas.microsoft.com/office/drawing/2014/main" id="{3707E971-70AA-A8B0-7B86-17854B0136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919824" y="2344047"/>
              <a:ext cx="176176" cy="176176"/>
            </a:xfrm>
            <a:prstGeom prst="rect">
              <a:avLst/>
            </a:prstGeom>
          </p:spPr>
        </p:pic>
        <p:pic>
          <p:nvPicPr>
            <p:cNvPr id="534" name="Picture 533">
              <a:extLst>
                <a:ext uri="{FF2B5EF4-FFF2-40B4-BE49-F238E27FC236}">
                  <a16:creationId xmlns:a16="http://schemas.microsoft.com/office/drawing/2014/main" id="{64BF58EB-DE67-FFB9-2233-C4D9538E1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flipV="1">
              <a:off x="4608290" y="2328489"/>
              <a:ext cx="182834" cy="182834"/>
            </a:xfrm>
            <a:prstGeom prst="rect">
              <a:avLst/>
            </a:prstGeom>
          </p:spPr>
        </p:pic>
        <p:cxnSp>
          <p:nvCxnSpPr>
            <p:cNvPr id="544" name="Straight Connector 543">
              <a:extLst>
                <a:ext uri="{FF2B5EF4-FFF2-40B4-BE49-F238E27FC236}">
                  <a16:creationId xmlns:a16="http://schemas.microsoft.com/office/drawing/2014/main" id="{DD7C06C7-E55F-4B4E-DC74-0F8E10D994FC}"/>
                </a:ext>
              </a:extLst>
            </p:cNvPr>
            <p:cNvCxnSpPr>
              <a:cxnSpLocks/>
            </p:cNvCxnSpPr>
            <p:nvPr/>
          </p:nvCxnSpPr>
          <p:spPr>
            <a:xfrm>
              <a:off x="-2274701" y="2571290"/>
              <a:ext cx="513029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47" name="Rounded Rectangle 546">
              <a:extLst>
                <a:ext uri="{FF2B5EF4-FFF2-40B4-BE49-F238E27FC236}">
                  <a16:creationId xmlns:a16="http://schemas.microsoft.com/office/drawing/2014/main" id="{FDD9CB2E-A15F-1FAD-23FE-9A8B7DF3C1D4}"/>
                </a:ext>
              </a:extLst>
            </p:cNvPr>
            <p:cNvSpPr/>
            <p:nvPr/>
          </p:nvSpPr>
          <p:spPr>
            <a:xfrm>
              <a:off x="658602" y="3555077"/>
              <a:ext cx="1987905" cy="639576"/>
            </a:xfrm>
            <a:prstGeom prst="roundRect">
              <a:avLst>
                <a:gd name="adj" fmla="val 3836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Actor–Critic Update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03A70DFD-DE33-18E8-1A90-B0A6B8B827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0653" y="2991459"/>
              <a:ext cx="1409288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E046F4D-01E3-A06B-573C-23D0B99DF9CD}"/>
                    </a:ext>
                  </a:extLst>
                </p:cNvPr>
                <p:cNvSpPr txBox="1"/>
                <p:nvPr/>
              </p:nvSpPr>
              <p:spPr>
                <a:xfrm>
                  <a:off x="4345090" y="5137385"/>
                  <a:ext cx="2443725" cy="5059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limLow>
                          <m:limLow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e>
                          <m:li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𝒫</m:t>
                            </m:r>
                          </m:lim>
                        </m:limLow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 ∥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𝑝𝑜𝑙𝑖𝑐𝑦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E046F4D-01E3-A06B-573C-23D0B99DF9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5090" y="5137385"/>
                  <a:ext cx="2443725" cy="505972"/>
                </a:xfrm>
                <a:prstGeom prst="rect">
                  <a:avLst/>
                </a:prstGeom>
                <a:blipFill>
                  <a:blip r:embed="rId21"/>
                  <a:stretch>
                    <a:fillRect b="-24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3" name="TextBox 472">
              <a:extLst>
                <a:ext uri="{FF2B5EF4-FFF2-40B4-BE49-F238E27FC236}">
                  <a16:creationId xmlns:a16="http://schemas.microsoft.com/office/drawing/2014/main" id="{E7D8E4B6-A6D5-90B8-229E-AC62452DA171}"/>
                </a:ext>
              </a:extLst>
            </p:cNvPr>
            <p:cNvSpPr txBox="1"/>
            <p:nvPr/>
          </p:nvSpPr>
          <p:spPr>
            <a:xfrm>
              <a:off x="4134001" y="3184256"/>
              <a:ext cx="153619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Ship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Dynamics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9" name="Rounded Rectangle 478">
              <a:extLst>
                <a:ext uri="{FF2B5EF4-FFF2-40B4-BE49-F238E27FC236}">
                  <a16:creationId xmlns:a16="http://schemas.microsoft.com/office/drawing/2014/main" id="{158E5628-82BE-AE27-B5AE-C571402B865A}"/>
                </a:ext>
              </a:extLst>
            </p:cNvPr>
            <p:cNvSpPr/>
            <p:nvPr/>
          </p:nvSpPr>
          <p:spPr>
            <a:xfrm>
              <a:off x="8081357" y="4159409"/>
              <a:ext cx="6251318" cy="1595071"/>
            </a:xfrm>
            <a:prstGeom prst="roundRect">
              <a:avLst>
                <a:gd name="adj" fmla="val 2831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grpSp>
          <p:nvGrpSpPr>
            <p:cNvPr id="491" name="Group 490">
              <a:extLst>
                <a:ext uri="{FF2B5EF4-FFF2-40B4-BE49-F238E27FC236}">
                  <a16:creationId xmlns:a16="http://schemas.microsoft.com/office/drawing/2014/main" id="{631AD03C-9506-0082-A4A7-3D773ECB5034}"/>
                </a:ext>
              </a:extLst>
            </p:cNvPr>
            <p:cNvGrpSpPr/>
            <p:nvPr/>
          </p:nvGrpSpPr>
          <p:grpSpPr>
            <a:xfrm>
              <a:off x="7185333" y="4817918"/>
              <a:ext cx="592878" cy="576197"/>
              <a:chOff x="989556" y="3439893"/>
              <a:chExt cx="592878" cy="576197"/>
            </a:xfrm>
          </p:grpSpPr>
          <p:sp>
            <p:nvSpPr>
              <p:cNvPr id="492" name="Oval 491">
                <a:extLst>
                  <a:ext uri="{FF2B5EF4-FFF2-40B4-BE49-F238E27FC236}">
                    <a16:creationId xmlns:a16="http://schemas.microsoft.com/office/drawing/2014/main" id="{EF853DFF-8DFD-3177-6FD9-0F4D8B118393}"/>
                  </a:ext>
                </a:extLst>
              </p:cNvPr>
              <p:cNvSpPr/>
              <p:nvPr/>
            </p:nvSpPr>
            <p:spPr>
              <a:xfrm>
                <a:off x="989556" y="3439893"/>
                <a:ext cx="576197" cy="576197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 i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93" name="TextBox 492">
                    <a:extLst>
                      <a:ext uri="{FF2B5EF4-FFF2-40B4-BE49-F238E27FC236}">
                        <a16:creationId xmlns:a16="http://schemas.microsoft.com/office/drawing/2014/main" id="{393247E1-1AAD-7114-605F-284C30B402D7}"/>
                      </a:ext>
                    </a:extLst>
                  </p:cNvPr>
                  <p:cNvSpPr txBox="1"/>
                  <p:nvPr/>
                </p:nvSpPr>
                <p:spPr>
                  <a:xfrm>
                    <a:off x="1137283" y="3532640"/>
                    <a:ext cx="445151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𝒫</m:t>
                          </m:r>
                        </m:oMath>
                      </m:oMathPara>
                    </a14:m>
                    <a:endParaRPr lang="en-US" sz="2000" i="1" dirty="0">
                      <a:latin typeface="Consolas" panose="020B0609020204030204" pitchFamily="49" charset="0"/>
                      <a:cs typeface="Consolas" panose="020B0609020204030204" pitchFamily="49" charset="0"/>
                    </a:endParaRPr>
                  </a:p>
                </p:txBody>
              </p:sp>
            </mc:Choice>
            <mc:Fallback>
              <p:sp>
                <p:nvSpPr>
                  <p:cNvPr id="493" name="TextBox 492">
                    <a:extLst>
                      <a:ext uri="{FF2B5EF4-FFF2-40B4-BE49-F238E27FC236}">
                        <a16:creationId xmlns:a16="http://schemas.microsoft.com/office/drawing/2014/main" id="{393247E1-1AAD-7114-605F-284C30B402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7283" y="3532640"/>
                    <a:ext cx="445151" cy="400110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l="-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51" name="Group 550">
              <a:extLst>
                <a:ext uri="{FF2B5EF4-FFF2-40B4-BE49-F238E27FC236}">
                  <a16:creationId xmlns:a16="http://schemas.microsoft.com/office/drawing/2014/main" id="{4372A6FB-68AC-1F85-5799-AAF3F93EB783}"/>
                </a:ext>
              </a:extLst>
            </p:cNvPr>
            <p:cNvGrpSpPr/>
            <p:nvPr/>
          </p:nvGrpSpPr>
          <p:grpSpPr>
            <a:xfrm>
              <a:off x="7236491" y="2701291"/>
              <a:ext cx="592878" cy="576197"/>
              <a:chOff x="989556" y="3439893"/>
              <a:chExt cx="592878" cy="576197"/>
            </a:xfrm>
          </p:grpSpPr>
          <p:sp>
            <p:nvSpPr>
              <p:cNvPr id="552" name="Oval 551">
                <a:extLst>
                  <a:ext uri="{FF2B5EF4-FFF2-40B4-BE49-F238E27FC236}">
                    <a16:creationId xmlns:a16="http://schemas.microsoft.com/office/drawing/2014/main" id="{32442ACD-C70E-7F02-CE0F-B17A4292FD91}"/>
                  </a:ext>
                </a:extLst>
              </p:cNvPr>
              <p:cNvSpPr/>
              <p:nvPr/>
            </p:nvSpPr>
            <p:spPr>
              <a:xfrm>
                <a:off x="989556" y="3439893"/>
                <a:ext cx="576197" cy="5761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 i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3" name="TextBox 552">
                    <a:extLst>
                      <a:ext uri="{FF2B5EF4-FFF2-40B4-BE49-F238E27FC236}">
                        <a16:creationId xmlns:a16="http://schemas.microsoft.com/office/drawing/2014/main" id="{5D49667D-E553-798B-CFA2-D0B9A18D1B52}"/>
                      </a:ext>
                    </a:extLst>
                  </p:cNvPr>
                  <p:cNvSpPr txBox="1"/>
                  <p:nvPr/>
                </p:nvSpPr>
                <p:spPr>
                  <a:xfrm>
                    <a:off x="1137283" y="3464400"/>
                    <a:ext cx="445151" cy="45794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𝑓𝑏</m:t>
                              </m:r>
                            </m:sub>
                          </m:sSub>
                        </m:oMath>
                      </m:oMathPara>
                    </a14:m>
                    <a:endParaRPr lang="en-US" sz="2200" i="1" dirty="0">
                      <a:latin typeface="Consolas" panose="020B0609020204030204" pitchFamily="49" charset="0"/>
                      <a:cs typeface="Consolas" panose="020B0609020204030204" pitchFamily="49" charset="0"/>
                    </a:endParaRPr>
                  </a:p>
                </p:txBody>
              </p:sp>
            </mc:Choice>
            <mc:Fallback xmlns="">
              <p:sp>
                <p:nvSpPr>
                  <p:cNvPr id="553" name="TextBox 552">
                    <a:extLst>
                      <a:ext uri="{FF2B5EF4-FFF2-40B4-BE49-F238E27FC236}">
                        <a16:creationId xmlns:a16="http://schemas.microsoft.com/office/drawing/2014/main" id="{5D49667D-E553-798B-CFA2-D0B9A18D1B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7283" y="3464400"/>
                    <a:ext cx="445151" cy="457946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l="-25000" b="-108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96" name="Google Shape;6034;p58">
              <a:extLst>
                <a:ext uri="{FF2B5EF4-FFF2-40B4-BE49-F238E27FC236}">
                  <a16:creationId xmlns:a16="http://schemas.microsoft.com/office/drawing/2014/main" id="{B56EF831-12F3-93F5-1D47-279424DD1C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2647" y="5603911"/>
              <a:ext cx="1761799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  <p:cxnSp>
          <p:nvCxnSpPr>
            <p:cNvPr id="500" name="Google Shape;6035;p58">
              <a:extLst>
                <a:ext uri="{FF2B5EF4-FFF2-40B4-BE49-F238E27FC236}">
                  <a16:creationId xmlns:a16="http://schemas.microsoft.com/office/drawing/2014/main" id="{0137D143-56A9-C855-27D9-C6A3C92AE1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49408" y="4322079"/>
              <a:ext cx="0" cy="1287412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521" name="Elbow Connector 520">
              <a:extLst>
                <a:ext uri="{FF2B5EF4-FFF2-40B4-BE49-F238E27FC236}">
                  <a16:creationId xmlns:a16="http://schemas.microsoft.com/office/drawing/2014/main" id="{2B3F84CC-BAFF-B0B5-6A7C-C474BD4F82FD}"/>
                </a:ext>
              </a:extLst>
            </p:cNvPr>
            <p:cNvCxnSpPr>
              <a:cxnSpLocks/>
              <a:stCxn id="461" idx="1"/>
            </p:cNvCxnSpPr>
            <p:nvPr/>
          </p:nvCxnSpPr>
          <p:spPr>
            <a:xfrm rot="10800000">
              <a:off x="8077399" y="2991409"/>
              <a:ext cx="1261183" cy="721458"/>
            </a:xfrm>
            <a:prstGeom prst="bentConnector3">
              <a:avLst>
                <a:gd name="adj1" fmla="val 82715"/>
              </a:avLst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26" name="Right Brace 525">
              <a:extLst>
                <a:ext uri="{FF2B5EF4-FFF2-40B4-BE49-F238E27FC236}">
                  <a16:creationId xmlns:a16="http://schemas.microsoft.com/office/drawing/2014/main" id="{B1BFDA92-428D-6868-70F6-032D6668EBD7}"/>
                </a:ext>
              </a:extLst>
            </p:cNvPr>
            <p:cNvSpPr/>
            <p:nvPr/>
          </p:nvSpPr>
          <p:spPr>
            <a:xfrm rot="10800000">
              <a:off x="3626332" y="573744"/>
              <a:ext cx="345299" cy="1649300"/>
            </a:xfrm>
            <a:prstGeom prst="rightBrace">
              <a:avLst>
                <a:gd name="adj1" fmla="val 64651"/>
                <a:gd name="adj2" fmla="val 5000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35" name="Straight Arrow Connector 534">
              <a:extLst>
                <a:ext uri="{FF2B5EF4-FFF2-40B4-BE49-F238E27FC236}">
                  <a16:creationId xmlns:a16="http://schemas.microsoft.com/office/drawing/2014/main" id="{17391F2A-BA69-A977-CABC-1A1AF22A5416}"/>
                </a:ext>
              </a:extLst>
            </p:cNvPr>
            <p:cNvCxnSpPr>
              <a:cxnSpLocks/>
              <a:stCxn id="526" idx="1"/>
            </p:cNvCxnSpPr>
            <p:nvPr/>
          </p:nvCxnSpPr>
          <p:spPr>
            <a:xfrm flipH="1">
              <a:off x="2855589" y="1398394"/>
              <a:ext cx="770743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468" name="Group 467">
              <a:extLst>
                <a:ext uri="{FF2B5EF4-FFF2-40B4-BE49-F238E27FC236}">
                  <a16:creationId xmlns:a16="http://schemas.microsoft.com/office/drawing/2014/main" id="{B9657608-9CD9-F4FC-A42E-906F57994432}"/>
                </a:ext>
              </a:extLst>
            </p:cNvPr>
            <p:cNvGrpSpPr/>
            <p:nvPr/>
          </p:nvGrpSpPr>
          <p:grpSpPr>
            <a:xfrm>
              <a:off x="3033588" y="1129031"/>
              <a:ext cx="576197" cy="576197"/>
              <a:chOff x="989556" y="3439893"/>
              <a:chExt cx="576197" cy="576197"/>
            </a:xfrm>
          </p:grpSpPr>
          <p:sp>
            <p:nvSpPr>
              <p:cNvPr id="469" name="Oval 468">
                <a:extLst>
                  <a:ext uri="{FF2B5EF4-FFF2-40B4-BE49-F238E27FC236}">
                    <a16:creationId xmlns:a16="http://schemas.microsoft.com/office/drawing/2014/main" id="{0689BEF3-C9D7-8C9D-BFCE-82BD41B1FF62}"/>
                  </a:ext>
                </a:extLst>
              </p:cNvPr>
              <p:cNvSpPr/>
              <p:nvPr/>
            </p:nvSpPr>
            <p:spPr>
              <a:xfrm>
                <a:off x="989556" y="3439893"/>
                <a:ext cx="576197" cy="576197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 i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71" name="TextBox 470">
                    <a:extLst>
                      <a:ext uri="{FF2B5EF4-FFF2-40B4-BE49-F238E27FC236}">
                        <a16:creationId xmlns:a16="http://schemas.microsoft.com/office/drawing/2014/main" id="{42A97F69-6937-A4B0-56D8-1BE92DA33E92}"/>
                      </a:ext>
                    </a:extLst>
                  </p:cNvPr>
                  <p:cNvSpPr txBox="1"/>
                  <p:nvPr/>
                </p:nvSpPr>
                <p:spPr>
                  <a:xfrm>
                    <a:off x="1064713" y="3493428"/>
                    <a:ext cx="445151" cy="44339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acc>
                            <m:accPr>
                              <m:chr m:val="̃"/>
                              <m:ctrlPr>
                                <a:rPr lang="en-US" sz="2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  <a:cs typeface="Consolas" panose="020B0609020204030204" pitchFamily="49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en-US" sz="2200" i="1" dirty="0">
                      <a:solidFill>
                        <a:schemeClr val="tx1"/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endParaRPr>
                  </a:p>
                </p:txBody>
              </p:sp>
            </mc:Choice>
            <mc:Fallback>
              <p:sp>
                <p:nvSpPr>
                  <p:cNvPr id="471" name="TextBox 470">
                    <a:extLst>
                      <a:ext uri="{FF2B5EF4-FFF2-40B4-BE49-F238E27FC236}">
                        <a16:creationId xmlns:a16="http://schemas.microsoft.com/office/drawing/2014/main" id="{42A97F69-6937-A4B0-56D8-1BE92DA33E9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4713" y="3493428"/>
                    <a:ext cx="445151" cy="443391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t="-2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55" name="Elbow Connector 554">
              <a:extLst>
                <a:ext uri="{FF2B5EF4-FFF2-40B4-BE49-F238E27FC236}">
                  <a16:creationId xmlns:a16="http://schemas.microsoft.com/office/drawing/2014/main" id="{DC07BDD0-A4CF-F526-024E-AF664010D704}"/>
                </a:ext>
              </a:extLst>
            </p:cNvPr>
            <p:cNvCxnSpPr>
              <a:cxnSpLocks/>
              <a:stCxn id="88" idx="1"/>
            </p:cNvCxnSpPr>
            <p:nvPr/>
          </p:nvCxnSpPr>
          <p:spPr>
            <a:xfrm rot="10800000">
              <a:off x="6860653" y="278302"/>
              <a:ext cx="1546210" cy="208308"/>
            </a:xfrm>
            <a:prstGeom prst="bentConnector3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497" name="Group 496">
              <a:extLst>
                <a:ext uri="{FF2B5EF4-FFF2-40B4-BE49-F238E27FC236}">
                  <a16:creationId xmlns:a16="http://schemas.microsoft.com/office/drawing/2014/main" id="{54202DDE-ECD0-0200-E55F-31A1F484A5CD}"/>
                </a:ext>
              </a:extLst>
            </p:cNvPr>
            <p:cNvGrpSpPr/>
            <p:nvPr/>
          </p:nvGrpSpPr>
          <p:grpSpPr>
            <a:xfrm>
              <a:off x="7208975" y="119244"/>
              <a:ext cx="615214" cy="597518"/>
              <a:chOff x="919129" y="3515901"/>
              <a:chExt cx="615214" cy="597518"/>
            </a:xfrm>
          </p:grpSpPr>
          <p:sp>
            <p:nvSpPr>
              <p:cNvPr id="498" name="Oval 497">
                <a:extLst>
                  <a:ext uri="{FF2B5EF4-FFF2-40B4-BE49-F238E27FC236}">
                    <a16:creationId xmlns:a16="http://schemas.microsoft.com/office/drawing/2014/main" id="{200B29BB-5C8E-9C57-C5AB-D8E467A5562B}"/>
                  </a:ext>
                </a:extLst>
              </p:cNvPr>
              <p:cNvSpPr/>
              <p:nvPr/>
            </p:nvSpPr>
            <p:spPr>
              <a:xfrm>
                <a:off x="919129" y="3515901"/>
                <a:ext cx="615214" cy="59751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 i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9" name="TextBox 498">
                    <a:extLst>
                      <a:ext uri="{FF2B5EF4-FFF2-40B4-BE49-F238E27FC236}">
                        <a16:creationId xmlns:a16="http://schemas.microsoft.com/office/drawing/2014/main" id="{2D767372-3CCC-732C-A3F8-5D740255F4FF}"/>
                      </a:ext>
                    </a:extLst>
                  </p:cNvPr>
                  <p:cNvSpPr txBox="1"/>
                  <p:nvPr/>
                </p:nvSpPr>
                <p:spPr>
                  <a:xfrm>
                    <a:off x="1076377" y="3560930"/>
                    <a:ext cx="445151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𝑒𝑚</m:t>
                              </m:r>
                            </m:sub>
                          </m:sSub>
                        </m:oMath>
                      </m:oMathPara>
                    </a14:m>
                    <a:endParaRPr lang="en-US" sz="2000" i="1" dirty="0">
                      <a:latin typeface="Consolas" panose="020B0609020204030204" pitchFamily="49" charset="0"/>
                      <a:cs typeface="Consolas" panose="020B0609020204030204" pitchFamily="49" charset="0"/>
                    </a:endParaRPr>
                  </a:p>
                </p:txBody>
              </p:sp>
            </mc:Choice>
            <mc:Fallback xmlns="">
              <p:sp>
                <p:nvSpPr>
                  <p:cNvPr id="499" name="TextBox 498">
                    <a:extLst>
                      <a:ext uri="{FF2B5EF4-FFF2-40B4-BE49-F238E27FC236}">
                        <a16:creationId xmlns:a16="http://schemas.microsoft.com/office/drawing/2014/main" id="{2D767372-3CCC-732C-A3F8-5D740255F4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6377" y="3560930"/>
                    <a:ext cx="445151" cy="400110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27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59" name="Elbow Connector 558">
              <a:extLst>
                <a:ext uri="{FF2B5EF4-FFF2-40B4-BE49-F238E27FC236}">
                  <a16:creationId xmlns:a16="http://schemas.microsoft.com/office/drawing/2014/main" id="{50D63945-AAF3-E0D5-D088-FF98671D7B62}"/>
                </a:ext>
              </a:extLst>
            </p:cNvPr>
            <p:cNvCxnSpPr>
              <a:cxnSpLocks/>
              <a:endCxn id="474" idx="1"/>
            </p:cNvCxnSpPr>
            <p:nvPr/>
          </p:nvCxnSpPr>
          <p:spPr>
            <a:xfrm>
              <a:off x="2854155" y="2213551"/>
              <a:ext cx="1244007" cy="2910303"/>
            </a:xfrm>
            <a:prstGeom prst="bentConnector3">
              <a:avLst>
                <a:gd name="adj1" fmla="val 50000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0628226-2997-7E6A-FA7E-2AFDE4F37195}"/>
                </a:ext>
              </a:extLst>
            </p:cNvPr>
            <p:cNvGrpSpPr/>
            <p:nvPr/>
          </p:nvGrpSpPr>
          <p:grpSpPr>
            <a:xfrm>
              <a:off x="3186510" y="4782929"/>
              <a:ext cx="606130" cy="576197"/>
              <a:chOff x="989556" y="3439893"/>
              <a:chExt cx="606130" cy="576197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3C61DB59-DF42-CB76-F278-0E971A7A403D}"/>
                  </a:ext>
                </a:extLst>
              </p:cNvPr>
              <p:cNvSpPr/>
              <p:nvPr/>
            </p:nvSpPr>
            <p:spPr>
              <a:xfrm>
                <a:off x="989556" y="3439893"/>
                <a:ext cx="576197" cy="576197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 i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3CDBE7CC-D13F-3716-F630-F80229699C06}"/>
                      </a:ext>
                    </a:extLst>
                  </p:cNvPr>
                  <p:cNvSpPr txBox="1"/>
                  <p:nvPr/>
                </p:nvSpPr>
                <p:spPr>
                  <a:xfrm>
                    <a:off x="1150535" y="3464400"/>
                    <a:ext cx="445151" cy="46102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𝑝𝑜</m:t>
                              </m:r>
                            </m:sub>
                          </m:sSub>
                        </m:oMath>
                      </m:oMathPara>
                    </a14:m>
                    <a:endParaRPr lang="en-US" sz="2200" i="1" dirty="0">
                      <a:latin typeface="Consolas" panose="020B0609020204030204" pitchFamily="49" charset="0"/>
                      <a:cs typeface="Consolas" panose="020B0609020204030204" pitchFamily="49" charset="0"/>
                    </a:endParaRPr>
                  </a:p>
                </p:txBody>
              </p:sp>
            </mc:Choice>
            <mc:Fallback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3CDBE7CC-D13F-3716-F630-F80229699C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50535" y="3464400"/>
                    <a:ext cx="445151" cy="461024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l="-30556" b="-540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572" name="Picture 571">
              <a:extLst>
                <a:ext uri="{FF2B5EF4-FFF2-40B4-BE49-F238E27FC236}">
                  <a16:creationId xmlns:a16="http://schemas.microsoft.com/office/drawing/2014/main" id="{F3E76E26-4006-04AE-95C3-996BF141E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 rot="376299">
              <a:off x="5432878" y="1441675"/>
              <a:ext cx="469054" cy="469054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2056BEE9-4678-25EB-5BD9-8ACF05964649}"/>
                    </a:ext>
                  </a:extLst>
                </p:cNvPr>
                <p:cNvSpPr txBox="1"/>
                <p:nvPr/>
              </p:nvSpPr>
              <p:spPr>
                <a:xfrm>
                  <a:off x="5738533" y="3915780"/>
                  <a:ext cx="1707067" cy="411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𝑝𝑜𝑙𝑖𝑐𝑦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2056BEE9-4678-25EB-5BD9-8ACF059646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8533" y="3915780"/>
                  <a:ext cx="1707067" cy="411331"/>
                </a:xfrm>
                <a:prstGeom prst="rect">
                  <a:avLst/>
                </a:prstGeom>
                <a:blipFill>
                  <a:blip r:embed="rId31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F5F52CB2-6843-E918-198E-5416C3EFB36D}"/>
                    </a:ext>
                  </a:extLst>
                </p:cNvPr>
                <p:cNvSpPr txBox="1"/>
                <p:nvPr/>
              </p:nvSpPr>
              <p:spPr>
                <a:xfrm>
                  <a:off x="10827888" y="4920870"/>
                  <a:ext cx="3501831" cy="39158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𝒫</m:t>
                        </m:r>
                        <m:r>
                          <a:rPr lang="en-US" i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𝑏𝑜𝑥</m:t>
                            </m:r>
                          </m:sub>
                        </m:sSub>
                        <m:r>
                          <a:rPr lang="en-US" i="0">
                            <a:latin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𝐶𝑂𝐿𝑅𝐸𝐺𝑠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d>
                        <m:r>
                          <a:rPr lang="en-US" i="0">
                            <a:latin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𝑐𝑓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F5F52CB2-6843-E918-198E-5416C3EFB3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27888" y="4920870"/>
                  <a:ext cx="3501831" cy="391582"/>
                </a:xfrm>
                <a:prstGeom prst="rect">
                  <a:avLst/>
                </a:prstGeom>
                <a:blipFill>
                  <a:blip r:embed="rId32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BC580C2B-5C70-9DC0-4FF1-37828DEC94C1}"/>
                </a:ext>
              </a:extLst>
            </p:cNvPr>
            <p:cNvCxnSpPr>
              <a:cxnSpLocks/>
              <a:stCxn id="474" idx="0"/>
              <a:endCxn id="53" idx="2"/>
            </p:cNvCxnSpPr>
            <p:nvPr/>
          </p:nvCxnSpPr>
          <p:spPr>
            <a:xfrm flipV="1">
              <a:off x="5479408" y="3683917"/>
              <a:ext cx="1" cy="820554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97DB9070-73FB-7596-9044-72D9F7C48025}"/>
                    </a:ext>
                  </a:extLst>
                </p:cNvPr>
                <p:cNvSpPr txBox="1"/>
                <p:nvPr/>
              </p:nvSpPr>
              <p:spPr>
                <a:xfrm>
                  <a:off x="7909760" y="4292615"/>
                  <a:ext cx="74358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97DB9070-73FB-7596-9044-72D9F7C480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09760" y="4292615"/>
                  <a:ext cx="743588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D6FB8935-CB55-1289-1D91-96EED405746E}"/>
                    </a:ext>
                  </a:extLst>
                </p:cNvPr>
                <p:cNvSpPr txBox="1"/>
                <p:nvPr/>
              </p:nvSpPr>
              <p:spPr>
                <a:xfrm>
                  <a:off x="9943462" y="5389866"/>
                  <a:ext cx="74358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D6FB8935-CB55-1289-1D91-96EED40574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3462" y="5389866"/>
                  <a:ext cx="743588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ED3B349-31E2-A105-8C87-376A669F62CA}"/>
                </a:ext>
              </a:extLst>
            </p:cNvPr>
            <p:cNvGrpSpPr/>
            <p:nvPr/>
          </p:nvGrpSpPr>
          <p:grpSpPr>
            <a:xfrm>
              <a:off x="5197556" y="3864556"/>
              <a:ext cx="602399" cy="558155"/>
              <a:chOff x="919129" y="3541301"/>
              <a:chExt cx="602399" cy="558155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D503968F-A939-AA4E-212A-7A3037E9CF79}"/>
                  </a:ext>
                </a:extLst>
              </p:cNvPr>
              <p:cNvSpPr/>
              <p:nvPr/>
            </p:nvSpPr>
            <p:spPr>
              <a:xfrm>
                <a:off x="919129" y="3541301"/>
                <a:ext cx="574685" cy="55815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 i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2F882AB6-2EFD-8062-33A6-47AC8DFB230E}"/>
                      </a:ext>
                    </a:extLst>
                  </p:cNvPr>
                  <p:cNvSpPr txBox="1"/>
                  <p:nvPr/>
                </p:nvSpPr>
                <p:spPr>
                  <a:xfrm>
                    <a:off x="1076377" y="3560930"/>
                    <a:ext cx="445151" cy="4247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Consolas" panose="020B0609020204030204" pitchFamily="49" charset="0"/>
                                </a:rPr>
                                <m:t>𝑠𝑎𝑓𝑒</m:t>
                              </m:r>
                            </m:sub>
                          </m:sSub>
                        </m:oMath>
                      </m:oMathPara>
                    </a14:m>
                    <a:endParaRPr lang="en-US" sz="2000" i="1" dirty="0">
                      <a:latin typeface="Consolas" panose="020B0609020204030204" pitchFamily="49" charset="0"/>
                      <a:cs typeface="Consolas" panose="020B0609020204030204" pitchFamily="49" charset="0"/>
                    </a:endParaRPr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2F882AB6-2EFD-8062-33A6-47AC8DFB23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6377" y="3560930"/>
                    <a:ext cx="445151" cy="424732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 l="-44444" r="-13889" b="-857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EC180A80-5B3D-3B20-4DA2-FC792C28BC86}"/>
                </a:ext>
              </a:extLst>
            </p:cNvPr>
            <p:cNvSpPr/>
            <p:nvPr/>
          </p:nvSpPr>
          <p:spPr>
            <a:xfrm>
              <a:off x="8601235" y="4442866"/>
              <a:ext cx="1166589" cy="973360"/>
            </a:xfrm>
            <a:custGeom>
              <a:avLst/>
              <a:gdLst>
                <a:gd name="csX0" fmla="*/ 0 w 825190"/>
                <a:gd name="csY0" fmla="*/ 0 h 657922"/>
                <a:gd name="csX1" fmla="*/ 546410 w 825190"/>
                <a:gd name="csY1" fmla="*/ 100361 h 657922"/>
                <a:gd name="csX2" fmla="*/ 825190 w 825190"/>
                <a:gd name="csY2" fmla="*/ 657922 h 657922"/>
                <a:gd name="csX3" fmla="*/ 122663 w 825190"/>
                <a:gd name="csY3" fmla="*/ 591015 h 657922"/>
                <a:gd name="csX4" fmla="*/ 0 w 825190"/>
                <a:gd name="csY4" fmla="*/ 0 h 657922"/>
                <a:gd name="csX0" fmla="*/ 61211 w 886401"/>
                <a:gd name="csY0" fmla="*/ 0 h 751492"/>
                <a:gd name="csX1" fmla="*/ 607621 w 886401"/>
                <a:gd name="csY1" fmla="*/ 100361 h 751492"/>
                <a:gd name="csX2" fmla="*/ 886401 w 886401"/>
                <a:gd name="csY2" fmla="*/ 657922 h 751492"/>
                <a:gd name="csX3" fmla="*/ 0 w 886401"/>
                <a:gd name="csY3" fmla="*/ 751492 h 751492"/>
                <a:gd name="csX4" fmla="*/ 61211 w 886401"/>
                <a:gd name="csY4" fmla="*/ 0 h 751492"/>
                <a:gd name="csX0" fmla="*/ 61211 w 935905"/>
                <a:gd name="csY0" fmla="*/ 0 h 751492"/>
                <a:gd name="csX1" fmla="*/ 607621 w 935905"/>
                <a:gd name="csY1" fmla="*/ 100361 h 751492"/>
                <a:gd name="csX2" fmla="*/ 935905 w 935905"/>
                <a:gd name="csY2" fmla="*/ 741649 h 751492"/>
                <a:gd name="csX3" fmla="*/ 0 w 935905"/>
                <a:gd name="csY3" fmla="*/ 751492 h 751492"/>
                <a:gd name="csX4" fmla="*/ 61211 w 935905"/>
                <a:gd name="csY4" fmla="*/ 0 h 751492"/>
                <a:gd name="csX0" fmla="*/ 0 w 952487"/>
                <a:gd name="csY0" fmla="*/ 0 h 765446"/>
                <a:gd name="csX1" fmla="*/ 624203 w 952487"/>
                <a:gd name="csY1" fmla="*/ 114315 h 765446"/>
                <a:gd name="csX2" fmla="*/ 952487 w 952487"/>
                <a:gd name="csY2" fmla="*/ 755603 h 765446"/>
                <a:gd name="csX3" fmla="*/ 16582 w 952487"/>
                <a:gd name="csY3" fmla="*/ 765446 h 765446"/>
                <a:gd name="csX4" fmla="*/ 0 w 952487"/>
                <a:gd name="csY4" fmla="*/ 0 h 765446"/>
                <a:gd name="csX0" fmla="*/ 0 w 952487"/>
                <a:gd name="csY0" fmla="*/ 0 h 772423"/>
                <a:gd name="csX1" fmla="*/ 624203 w 952487"/>
                <a:gd name="csY1" fmla="*/ 114315 h 772423"/>
                <a:gd name="csX2" fmla="*/ 952487 w 952487"/>
                <a:gd name="csY2" fmla="*/ 755603 h 772423"/>
                <a:gd name="csX3" fmla="*/ 9509 w 952487"/>
                <a:gd name="csY3" fmla="*/ 772423 h 772423"/>
                <a:gd name="csX4" fmla="*/ 0 w 952487"/>
                <a:gd name="csY4" fmla="*/ 0 h 772423"/>
                <a:gd name="csX0" fmla="*/ 0 w 938343"/>
                <a:gd name="csY0" fmla="*/ 0 h 772423"/>
                <a:gd name="csX1" fmla="*/ 624203 w 938343"/>
                <a:gd name="csY1" fmla="*/ 114315 h 772423"/>
                <a:gd name="csX2" fmla="*/ 938343 w 938343"/>
                <a:gd name="csY2" fmla="*/ 755603 h 772423"/>
                <a:gd name="csX3" fmla="*/ 9509 w 938343"/>
                <a:gd name="csY3" fmla="*/ 772423 h 772423"/>
                <a:gd name="csX4" fmla="*/ 0 w 938343"/>
                <a:gd name="csY4" fmla="*/ 0 h 7724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38343" h="772423">
                  <a:moveTo>
                    <a:pt x="0" y="0"/>
                  </a:moveTo>
                  <a:lnTo>
                    <a:pt x="624203" y="114315"/>
                  </a:lnTo>
                  <a:lnTo>
                    <a:pt x="938343" y="755603"/>
                  </a:lnTo>
                  <a:lnTo>
                    <a:pt x="9509" y="772423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1000">
                  <a:schemeClr val="bg1"/>
                </a:gs>
                <a:gs pos="100000">
                  <a:schemeClr val="accent2">
                    <a:lumMod val="20000"/>
                    <a:lumOff val="80000"/>
                    <a:shade val="100000"/>
                    <a:satMod val="1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167630A8-798B-BB93-8EAD-F6B8DB64A148}"/>
                    </a:ext>
                  </a:extLst>
                </p:cNvPr>
                <p:cNvSpPr txBox="1"/>
                <p:nvPr/>
              </p:nvSpPr>
              <p:spPr>
                <a:xfrm>
                  <a:off x="8203404" y="5430632"/>
                  <a:ext cx="27886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oMath>
                    </m:oMathPara>
                  </a14:m>
                  <a:endParaRPr lang="en-US" i="1" dirty="0"/>
                </a:p>
              </p:txBody>
            </p:sp>
          </mc:Choice>
          <mc:Fallback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167630A8-798B-BB93-8EAD-F6B8DB64A1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3404" y="5430632"/>
                  <a:ext cx="278863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78B19BBC-6C91-DCED-1EFF-5DC35173A46C}"/>
                </a:ext>
              </a:extLst>
            </p:cNvPr>
            <p:cNvSpPr/>
            <p:nvPr/>
          </p:nvSpPr>
          <p:spPr>
            <a:xfrm>
              <a:off x="8608742" y="4412000"/>
              <a:ext cx="1237784" cy="986116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AD457CBA-15C1-8C97-9F3B-E7E7F47D0DA3}"/>
                    </a:ext>
                  </a:extLst>
                </p:cNvPr>
                <p:cNvSpPr txBox="1"/>
                <p:nvPr/>
              </p:nvSpPr>
              <p:spPr>
                <a:xfrm>
                  <a:off x="9661399" y="4161937"/>
                  <a:ext cx="68739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𝑏𝑜𝑥</m:t>
                            </m:r>
                          </m:sub>
                        </m:sSub>
                      </m:oMath>
                    </m:oMathPara>
                  </a14:m>
                  <a:endParaRPr lang="en-US" sz="1600" i="1" dirty="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</mc:Choice>
          <mc:Fallback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AD457CBA-15C1-8C97-9F3B-E7E7F47D0D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61399" y="4161937"/>
                  <a:ext cx="687397" cy="338554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F10B1725-6004-75F0-24C9-5494EC98448C}"/>
                    </a:ext>
                  </a:extLst>
                </p:cNvPr>
                <p:cNvSpPr txBox="1"/>
                <p:nvPr/>
              </p:nvSpPr>
              <p:spPr>
                <a:xfrm>
                  <a:off x="10175716" y="4583208"/>
                  <a:ext cx="746349" cy="35830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𝑐𝑓</m:t>
                            </m:r>
                          </m:sub>
                        </m:sSub>
                      </m:oMath>
                    </m:oMathPara>
                  </a14:m>
                  <a:endParaRPr lang="en-US" sz="1600" i="1" dirty="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</mc:Choice>
          <mc:Fallback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F10B1725-6004-75F0-24C9-5494EC9844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75716" y="4583208"/>
                  <a:ext cx="746349" cy="358303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EDF76803-A5C1-D27A-835B-3B241C0D64CA}"/>
                </a:ext>
              </a:extLst>
            </p:cNvPr>
            <p:cNvCxnSpPr>
              <a:cxnSpLocks/>
            </p:cNvCxnSpPr>
            <p:nvPr/>
          </p:nvCxnSpPr>
          <p:spPr>
            <a:xfrm>
              <a:off x="8545749" y="4432114"/>
              <a:ext cx="1731240" cy="322304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B8CE2888-FBB3-BCF0-888A-C2986007D453}"/>
                    </a:ext>
                  </a:extLst>
                </p:cNvPr>
                <p:cNvSpPr txBox="1"/>
                <p:nvPr/>
              </p:nvSpPr>
              <p:spPr>
                <a:xfrm>
                  <a:off x="9747823" y="5109280"/>
                  <a:ext cx="746349" cy="36048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cs typeface="Consolas" panose="020B0609020204030204" pitchFamily="49" charset="0"/>
                              </a:rPr>
                              <m:t>𝑝𝑡</m:t>
                            </m:r>
                          </m:sub>
                        </m:sSub>
                      </m:oMath>
                    </m:oMathPara>
                  </a14:m>
                  <a:endParaRPr lang="en-US" sz="1600" i="1" dirty="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</mc:Choice>
          <mc:Fallback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B8CE2888-FBB3-BCF0-888A-C2986007D4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47823" y="5109280"/>
                  <a:ext cx="746349" cy="360483"/>
                </a:xfrm>
                <a:prstGeom prst="rect">
                  <a:avLst/>
                </a:prstGeom>
                <a:blipFill>
                  <a:blip r:embed="rId39"/>
                  <a:stretch>
                    <a:fillRect b="-34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7BCE0B57-CD6E-BC9A-0290-3275238F05C9}"/>
                </a:ext>
              </a:extLst>
            </p:cNvPr>
            <p:cNvCxnSpPr>
              <a:cxnSpLocks/>
            </p:cNvCxnSpPr>
            <p:nvPr/>
          </p:nvCxnSpPr>
          <p:spPr>
            <a:xfrm>
              <a:off x="9223131" y="4266720"/>
              <a:ext cx="621005" cy="1290018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260F3C3-5CAF-C686-DCCA-F2C5E4FC51E6}"/>
                </a:ext>
              </a:extLst>
            </p:cNvPr>
            <p:cNvSpPr txBox="1"/>
            <p:nvPr/>
          </p:nvSpPr>
          <p:spPr>
            <a:xfrm>
              <a:off x="11569901" y="55194"/>
              <a:ext cx="2579078" cy="338554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97000">
                  <a:schemeClr val="accent1">
                    <a:lumMod val="41000"/>
                    <a:lumOff val="59000"/>
                  </a:schemeClr>
                </a:gs>
              </a:gsLst>
              <a:lin ang="0" scaled="1"/>
              <a:tileRect/>
            </a:gra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>
                  <a:latin typeface="Consolas" panose="020B0609020204030204" pitchFamily="49" charset="0"/>
                  <a:cs typeface="Consolas" panose="020B0609020204030204" pitchFamily="49" charset="0"/>
                </a:defRPr>
              </a:lvl1pPr>
            </a:lstStyle>
            <a:p>
              <a:r>
                <a:rPr lang="en-US" sz="1600" dirty="0"/>
                <a:t>COLREGs State Machine</a:t>
              </a:r>
            </a:p>
          </p:txBody>
        </p:sp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D8C3F530-F3E7-A458-9A08-41056A538D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 rot="2716718" flipV="1">
              <a:off x="9751991" y="931939"/>
              <a:ext cx="377934" cy="377934"/>
            </a:xfrm>
            <a:prstGeom prst="rect">
              <a:avLst/>
            </a:prstGeom>
          </p:spPr>
        </p:pic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2A80AD32-DA61-28B0-FB6F-628D1A4010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 rot="1776172">
              <a:off x="13623744" y="491771"/>
              <a:ext cx="459972" cy="459972"/>
            </a:xfrm>
            <a:prstGeom prst="rect">
              <a:avLst/>
            </a:prstGeom>
          </p:spPr>
        </p:pic>
        <p:sp>
          <p:nvSpPr>
            <p:cNvPr id="155" name="Rounded Rectangle 154">
              <a:extLst>
                <a:ext uri="{FF2B5EF4-FFF2-40B4-BE49-F238E27FC236}">
                  <a16:creationId xmlns:a16="http://schemas.microsoft.com/office/drawing/2014/main" id="{21A841D9-0776-DB3D-8CB8-43121F51D3CA}"/>
                </a:ext>
              </a:extLst>
            </p:cNvPr>
            <p:cNvSpPr/>
            <p:nvPr/>
          </p:nvSpPr>
          <p:spPr>
            <a:xfrm>
              <a:off x="11497851" y="-56520"/>
              <a:ext cx="2702703" cy="1154713"/>
            </a:xfrm>
            <a:prstGeom prst="roundRect">
              <a:avLst>
                <a:gd name="adj" fmla="val 7360"/>
              </a:avLst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98D6DC43-73B3-9DD6-1E1A-E6FD0B89BB79}"/>
                </a:ext>
              </a:extLst>
            </p:cNvPr>
            <p:cNvSpPr txBox="1"/>
            <p:nvPr/>
          </p:nvSpPr>
          <p:spPr>
            <a:xfrm>
              <a:off x="12254121" y="486252"/>
              <a:ext cx="157911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/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Encounter classification</a:t>
              </a:r>
              <a:endParaRPr lang="en-US" altLang="zh-CN" sz="1400" i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pic>
          <p:nvPicPr>
            <p:cNvPr id="157" name="Graphic 156" descr="Back with solid fill">
              <a:extLst>
                <a:ext uri="{FF2B5EF4-FFF2-40B4-BE49-F238E27FC236}">
                  <a16:creationId xmlns:a16="http://schemas.microsoft.com/office/drawing/2014/main" id="{69A29AB7-C2E5-27CD-B72E-198376899A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 rot="14278610">
              <a:off x="11102820" y="282229"/>
              <a:ext cx="580393" cy="403416"/>
            </a:xfrm>
            <a:prstGeom prst="rect">
              <a:avLst/>
            </a:prstGeom>
          </p:spPr>
        </p:pic>
        <p:pic>
          <p:nvPicPr>
            <p:cNvPr id="159" name="Graphic 158" descr="Back with solid fill">
              <a:extLst>
                <a:ext uri="{FF2B5EF4-FFF2-40B4-BE49-F238E27FC236}">
                  <a16:creationId xmlns:a16="http://schemas.microsoft.com/office/drawing/2014/main" id="{76BE0322-D340-AF2B-8532-2E24DAF19F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 rot="7385145" flipV="1">
              <a:off x="11040780" y="925243"/>
              <a:ext cx="700060" cy="479593"/>
            </a:xfrm>
            <a:prstGeom prst="rect">
              <a:avLst/>
            </a:prstGeom>
          </p:spPr>
        </p:pic>
        <p:pic>
          <p:nvPicPr>
            <p:cNvPr id="160" name="Graphic 159" descr="Back with solid fill">
              <a:extLst>
                <a:ext uri="{FF2B5EF4-FFF2-40B4-BE49-F238E27FC236}">
                  <a16:creationId xmlns:a16="http://schemas.microsoft.com/office/drawing/2014/main" id="{372C4203-1474-35B4-81F5-3920FE4C28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 rot="1778830">
              <a:off x="1396913" y="4735241"/>
              <a:ext cx="411533" cy="435260"/>
            </a:xfrm>
            <a:prstGeom prst="rect">
              <a:avLst/>
            </a:prstGeom>
          </p:spPr>
        </p:pic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7953B980-F037-56F5-AB4D-5965D487E994}"/>
                </a:ext>
              </a:extLst>
            </p:cNvPr>
            <p:cNvSpPr txBox="1"/>
            <p:nvPr/>
          </p:nvSpPr>
          <p:spPr>
            <a:xfrm>
              <a:off x="1367844" y="5072011"/>
              <a:ext cx="5838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exp</a:t>
              </a:r>
            </a:p>
          </p:txBody>
        </p:sp>
        <p:pic>
          <p:nvPicPr>
            <p:cNvPr id="173" name="Picture 172">
              <a:extLst>
                <a:ext uri="{FF2B5EF4-FFF2-40B4-BE49-F238E27FC236}">
                  <a16:creationId xmlns:a16="http://schemas.microsoft.com/office/drawing/2014/main" id="{9A6B3909-B7DD-31A6-95F1-DA22863B6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2018151" y="4505713"/>
              <a:ext cx="459030" cy="459030"/>
            </a:xfrm>
            <a:prstGeom prst="rect">
              <a:avLst/>
            </a:prstGeom>
          </p:spPr>
        </p:pic>
        <p:pic>
          <p:nvPicPr>
            <p:cNvPr id="209" name="Picture 208">
              <a:extLst>
                <a:ext uri="{FF2B5EF4-FFF2-40B4-BE49-F238E27FC236}">
                  <a16:creationId xmlns:a16="http://schemas.microsoft.com/office/drawing/2014/main" id="{B06B231B-E7E1-A5BE-F170-A87F6D8CA7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894670" y="4756608"/>
              <a:ext cx="708553" cy="708553"/>
            </a:xfrm>
            <a:prstGeom prst="rect">
              <a:avLst/>
            </a:prstGeom>
          </p:spPr>
        </p:pic>
        <p:pic>
          <p:nvPicPr>
            <p:cNvPr id="178" name="Picture 177">
              <a:extLst>
                <a:ext uri="{FF2B5EF4-FFF2-40B4-BE49-F238E27FC236}">
                  <a16:creationId xmlns:a16="http://schemas.microsoft.com/office/drawing/2014/main" id="{566CA822-DD54-A4E5-6402-71B7E6AFD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53714" y="490879"/>
              <a:ext cx="566177" cy="566177"/>
            </a:xfrm>
            <a:prstGeom prst="rect">
              <a:avLst/>
            </a:prstGeom>
          </p:spPr>
        </p:pic>
        <p:cxnSp>
          <p:nvCxnSpPr>
            <p:cNvPr id="187" name="Google Shape;6034;p58">
              <a:extLst>
                <a:ext uri="{FF2B5EF4-FFF2-40B4-BE49-F238E27FC236}">
                  <a16:creationId xmlns:a16="http://schemas.microsoft.com/office/drawing/2014/main" id="{6F05C38F-FA3E-34D1-7173-C0EA586A43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680" y="1904218"/>
              <a:ext cx="747409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  <p:cxnSp>
          <p:nvCxnSpPr>
            <p:cNvPr id="188" name="Google Shape;6035;p58">
              <a:extLst>
                <a:ext uri="{FF2B5EF4-FFF2-40B4-BE49-F238E27FC236}">
                  <a16:creationId xmlns:a16="http://schemas.microsoft.com/office/drawing/2014/main" id="{FFFAC05C-76E2-18D9-C63D-FA058A5562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24" y="1258919"/>
              <a:ext cx="0" cy="645235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pic>
          <p:nvPicPr>
            <p:cNvPr id="189" name="Picture 188">
              <a:extLst>
                <a:ext uri="{FF2B5EF4-FFF2-40B4-BE49-F238E27FC236}">
                  <a16:creationId xmlns:a16="http://schemas.microsoft.com/office/drawing/2014/main" id="{DC92BA46-0412-37B9-E6AE-8F1480790B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8223" y="1353062"/>
              <a:ext cx="566177" cy="566177"/>
            </a:xfrm>
            <a:prstGeom prst="rect">
              <a:avLst/>
            </a:prstGeom>
          </p:spPr>
        </p:pic>
        <p:cxnSp>
          <p:nvCxnSpPr>
            <p:cNvPr id="190" name="Straight Arrow Connector 189">
              <a:extLst>
                <a:ext uri="{FF2B5EF4-FFF2-40B4-BE49-F238E27FC236}">
                  <a16:creationId xmlns:a16="http://schemas.microsoft.com/office/drawing/2014/main" id="{BCA2A3DF-386A-F7DC-769A-52FDAD8948D5}"/>
                </a:ext>
              </a:extLst>
            </p:cNvPr>
            <p:cNvCxnSpPr>
              <a:cxnSpLocks/>
              <a:stCxn id="72" idx="6"/>
            </p:cNvCxnSpPr>
            <p:nvPr/>
          </p:nvCxnSpPr>
          <p:spPr>
            <a:xfrm>
              <a:off x="-256148" y="898942"/>
              <a:ext cx="176466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9" name="Straight Arrow Connector 578">
              <a:extLst>
                <a:ext uri="{FF2B5EF4-FFF2-40B4-BE49-F238E27FC236}">
                  <a16:creationId xmlns:a16="http://schemas.microsoft.com/office/drawing/2014/main" id="{1E1B7664-A6CE-C9C9-FDF1-E4BA723AE578}"/>
                </a:ext>
              </a:extLst>
            </p:cNvPr>
            <p:cNvCxnSpPr>
              <a:cxnSpLocks/>
              <a:stCxn id="85" idx="6"/>
            </p:cNvCxnSpPr>
            <p:nvPr/>
          </p:nvCxnSpPr>
          <p:spPr>
            <a:xfrm>
              <a:off x="-256147" y="1552088"/>
              <a:ext cx="181048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84" name="TextBox 583">
              <a:extLst>
                <a:ext uri="{FF2B5EF4-FFF2-40B4-BE49-F238E27FC236}">
                  <a16:creationId xmlns:a16="http://schemas.microsoft.com/office/drawing/2014/main" id="{61529B6F-053B-9438-42C8-1BC818EC1B77}"/>
                </a:ext>
              </a:extLst>
            </p:cNvPr>
            <p:cNvSpPr txBox="1"/>
            <p:nvPr/>
          </p:nvSpPr>
          <p:spPr>
            <a:xfrm>
              <a:off x="-2154620" y="2068376"/>
              <a:ext cx="71634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Input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5" name="TextBox 584">
                  <a:extLst>
                    <a:ext uri="{FF2B5EF4-FFF2-40B4-BE49-F238E27FC236}">
                      <a16:creationId xmlns:a16="http://schemas.microsoft.com/office/drawing/2014/main" id="{44F2FD4D-7147-5900-DC33-896A5B492418}"/>
                    </a:ext>
                  </a:extLst>
                </p:cNvPr>
                <p:cNvSpPr txBox="1"/>
                <p:nvPr/>
              </p:nvSpPr>
              <p:spPr>
                <a:xfrm>
                  <a:off x="1229361" y="1702045"/>
                  <a:ext cx="1417146" cy="32476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Consolas" panose="020B0609020204030204" pitchFamily="49" charset="0"/>
                      <a:cs typeface="Consolas" panose="020B0609020204030204" pitchFamily="49" charset="0"/>
                    </a:rPr>
                    <a:t>Output</a:t>
                  </a:r>
                  <a:r>
                    <a:rPr lang="zh-CN" altLang="en-US" sz="1400" dirty="0">
                      <a:latin typeface="Consolas" panose="020B0609020204030204" pitchFamily="49" charset="0"/>
                      <a:cs typeface="Consolas" panose="020B0609020204030204" pitchFamily="49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𝑢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𝑝𝑜𝑙𝑖𝑐𝑦</m:t>
                          </m:r>
                        </m:sub>
                      </m:sSub>
                    </m:oMath>
                  </a14:m>
                  <a:endParaRPr lang="en-US" sz="1400" i="1" dirty="0"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</mc:Choice>
          <mc:Fallback>
            <p:sp>
              <p:nvSpPr>
                <p:cNvPr id="585" name="TextBox 584">
                  <a:extLst>
                    <a:ext uri="{FF2B5EF4-FFF2-40B4-BE49-F238E27FC236}">
                      <a16:creationId xmlns:a16="http://schemas.microsoft.com/office/drawing/2014/main" id="{44F2FD4D-7147-5900-DC33-896A5B4924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9361" y="1702045"/>
                  <a:ext cx="1417146" cy="324769"/>
                </a:xfrm>
                <a:prstGeom prst="rect">
                  <a:avLst/>
                </a:prstGeom>
                <a:blipFill>
                  <a:blip r:embed="rId48"/>
                  <a:stretch>
                    <a:fillRect t="-3704" b="-148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6" name="Right Brace 585">
              <a:extLst>
                <a:ext uri="{FF2B5EF4-FFF2-40B4-BE49-F238E27FC236}">
                  <a16:creationId xmlns:a16="http://schemas.microsoft.com/office/drawing/2014/main" id="{088A2315-1F55-47BB-8185-80B7999B7D2B}"/>
                </a:ext>
              </a:extLst>
            </p:cNvPr>
            <p:cNvSpPr/>
            <p:nvPr/>
          </p:nvSpPr>
          <p:spPr>
            <a:xfrm>
              <a:off x="836049" y="773968"/>
              <a:ext cx="245845" cy="955040"/>
            </a:xfrm>
            <a:prstGeom prst="rightBrace">
              <a:avLst>
                <a:gd name="adj1" fmla="val 64651"/>
                <a:gd name="adj2" fmla="val 5000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7" name="TextBox 586">
              <a:extLst>
                <a:ext uri="{FF2B5EF4-FFF2-40B4-BE49-F238E27FC236}">
                  <a16:creationId xmlns:a16="http://schemas.microsoft.com/office/drawing/2014/main" id="{B00673F5-195A-111C-5F8A-33224093B7D6}"/>
                </a:ext>
              </a:extLst>
            </p:cNvPr>
            <p:cNvSpPr txBox="1"/>
            <p:nvPr/>
          </p:nvSpPr>
          <p:spPr>
            <a:xfrm>
              <a:off x="-1346630" y="4855598"/>
              <a:ext cx="60632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MLPs</a:t>
              </a:r>
            </a:p>
          </p:txBody>
        </p:sp>
        <p:sp>
          <p:nvSpPr>
            <p:cNvPr id="588" name="TextBox 587">
              <a:extLst>
                <a:ext uri="{FF2B5EF4-FFF2-40B4-BE49-F238E27FC236}">
                  <a16:creationId xmlns:a16="http://schemas.microsoft.com/office/drawing/2014/main" id="{9482565B-718B-FBDC-74B2-8E028EAB90E4}"/>
                </a:ext>
              </a:extLst>
            </p:cNvPr>
            <p:cNvSpPr txBox="1"/>
            <p:nvPr/>
          </p:nvSpPr>
          <p:spPr>
            <a:xfrm>
              <a:off x="-2097166" y="4851679"/>
              <a:ext cx="71634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Input</a:t>
              </a:r>
            </a:p>
          </p:txBody>
        </p:sp>
        <p:sp>
          <p:nvSpPr>
            <p:cNvPr id="589" name="Right Brace 588">
              <a:extLst>
                <a:ext uri="{FF2B5EF4-FFF2-40B4-BE49-F238E27FC236}">
                  <a16:creationId xmlns:a16="http://schemas.microsoft.com/office/drawing/2014/main" id="{7602CE10-7260-748D-5E9C-E7E8E6070D3B}"/>
                </a:ext>
              </a:extLst>
            </p:cNvPr>
            <p:cNvSpPr/>
            <p:nvPr/>
          </p:nvSpPr>
          <p:spPr>
            <a:xfrm>
              <a:off x="-122923" y="3412273"/>
              <a:ext cx="245845" cy="955040"/>
            </a:xfrm>
            <a:prstGeom prst="rightBrace">
              <a:avLst>
                <a:gd name="adj1" fmla="val 64651"/>
                <a:gd name="adj2" fmla="val 5000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1" name="TextBox 590">
                  <a:extLst>
                    <a:ext uri="{FF2B5EF4-FFF2-40B4-BE49-F238E27FC236}">
                      <a16:creationId xmlns:a16="http://schemas.microsoft.com/office/drawing/2014/main" id="{160DB98D-66E3-5C18-9CB9-16CEE340E773}"/>
                    </a:ext>
                  </a:extLst>
                </p:cNvPr>
                <p:cNvSpPr txBox="1"/>
                <p:nvPr/>
              </p:nvSpPr>
              <p:spPr>
                <a:xfrm>
                  <a:off x="-651549" y="4429319"/>
                  <a:ext cx="1289439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Consolas" panose="020B0609020204030204" pitchFamily="49" charset="0"/>
                      <a:cs typeface="Consolas" panose="020B0609020204030204" pitchFamily="49" charset="0"/>
                    </a:rPr>
                    <a:t>Output</a:t>
                  </a:r>
                  <a14:m>
                    <m:oMath xmlns:m="http://schemas.openxmlformats.org/officeDocument/2006/math">
                      <m:r>
                        <a:rPr lang="en-US" altLang="zh-CN" sz="1400" b="0" i="0" dirty="0" smtClean="0">
                          <a:latin typeface="Cambria Math" panose="02040503050406030204" pitchFamily="18" charset="0"/>
                          <a:cs typeface="Consolas" panose="020B0609020204030204" pitchFamily="49" charset="0"/>
                        </a:rPr>
                        <m:t> </m:t>
                      </m:r>
                      <m:r>
                        <a:rPr lang="en-US" altLang="zh-CN" sz="1400" i="1" dirty="0">
                          <a:latin typeface="Cambria Math" panose="02040503050406030204" pitchFamily="18" charset="0"/>
                          <a:cs typeface="Consolas" panose="020B0609020204030204" pitchFamily="49" charset="0"/>
                        </a:rPr>
                        <m:t>𝑉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Consolas" panose="020B0609020204030204" pitchFamily="49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Consolas" panose="020B0609020204030204" pitchFamily="49" charset="0"/>
                            </a:rPr>
                            <m:t>𝑡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cs typeface="Consolas" panose="020B0609020204030204" pitchFamily="49" charset="0"/>
                        </a:rPr>
                        <m:t>)</m:t>
                      </m:r>
                    </m:oMath>
                  </a14:m>
                  <a:endParaRPr lang="en-US" sz="1400" i="1" dirty="0"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</mc:Choice>
          <mc:Fallback>
            <p:sp>
              <p:nvSpPr>
                <p:cNvPr id="591" name="TextBox 590">
                  <a:extLst>
                    <a:ext uri="{FF2B5EF4-FFF2-40B4-BE49-F238E27FC236}">
                      <a16:creationId xmlns:a16="http://schemas.microsoft.com/office/drawing/2014/main" id="{160DB98D-66E3-5C18-9CB9-16CEE340E7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51549" y="4429319"/>
                  <a:ext cx="1289439" cy="307777"/>
                </a:xfrm>
                <a:prstGeom prst="rect">
                  <a:avLst/>
                </a:prstGeom>
                <a:blipFill>
                  <a:blip r:embed="rId49"/>
                  <a:stretch>
                    <a:fillRect b="-2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2" name="Google Shape;6216;p61">
              <a:extLst>
                <a:ext uri="{FF2B5EF4-FFF2-40B4-BE49-F238E27FC236}">
                  <a16:creationId xmlns:a16="http://schemas.microsoft.com/office/drawing/2014/main" id="{76EE332E-7A58-179A-37DE-8B283F0FB370}"/>
                </a:ext>
              </a:extLst>
            </p:cNvPr>
            <p:cNvSpPr/>
            <p:nvPr/>
          </p:nvSpPr>
          <p:spPr>
            <a:xfrm>
              <a:off x="180452" y="3749296"/>
              <a:ext cx="245845" cy="249948"/>
            </a:xfrm>
            <a:prstGeom prst="ellipse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100"/>
              </a:pPr>
              <a:endParaRPr lang="en-US" sz="1600" baseline="-250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593" name="Straight Arrow Connector 592">
              <a:extLst>
                <a:ext uri="{FF2B5EF4-FFF2-40B4-BE49-F238E27FC236}">
                  <a16:creationId xmlns:a16="http://schemas.microsoft.com/office/drawing/2014/main" id="{06FC6081-3673-72FA-569C-F2F36D049D3B}"/>
                </a:ext>
              </a:extLst>
            </p:cNvPr>
            <p:cNvCxnSpPr>
              <a:cxnSpLocks/>
              <a:stCxn id="592" idx="6"/>
              <a:endCxn id="547" idx="1"/>
            </p:cNvCxnSpPr>
            <p:nvPr/>
          </p:nvCxnSpPr>
          <p:spPr>
            <a:xfrm>
              <a:off x="426297" y="3874270"/>
              <a:ext cx="232305" cy="595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596" name="Graphic 595" descr="Back with solid fill">
              <a:extLst>
                <a:ext uri="{FF2B5EF4-FFF2-40B4-BE49-F238E27FC236}">
                  <a16:creationId xmlns:a16="http://schemas.microsoft.com/office/drawing/2014/main" id="{FCFA2879-E04A-7652-CC01-CA63A5AF57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p:blipFill>
          <p:spPr>
            <a:xfrm rot="12600000">
              <a:off x="1369559" y="5279913"/>
              <a:ext cx="411533" cy="4352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05507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1179</TotalTime>
  <Words>134</Words>
  <Application>Microsoft Macintosh PowerPoint</Application>
  <PresentationFormat>Widescreen</PresentationFormat>
  <Paragraphs>59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Consolas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Weiyu Tang</dc:creator>
  <cp:lastModifiedBy>Weiyu Tang</cp:lastModifiedBy>
  <cp:revision>402</cp:revision>
  <dcterms:created xsi:type="dcterms:W3CDTF">2026-07-30T05:18:32Z</dcterms:created>
  <dcterms:modified xsi:type="dcterms:W3CDTF">2026-07-31T15:48:13Z</dcterms:modified>
</cp:coreProperties>
</file>